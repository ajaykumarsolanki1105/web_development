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8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00FF88">
              <a:alpha val="9000"/>
            </a:srgbClr>
          </a:solidFill>
          <a:ln w="12700">
            <a:solidFill>
              <a:srgbClr val="00FF88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00BFFF">
              <a:alpha val="5000"/>
            </a:srgbClr>
          </a:solidFill>
          <a:ln w="12700">
            <a:solidFill>
              <a:srgbClr val="00B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FF2D78">
              <a:alpha val="3000"/>
            </a:srgbClr>
          </a:solidFill>
          <a:ln w="12700">
            <a:solidFill>
              <a:srgbClr val="FF2D78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DAY 7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Layouts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• Display • Position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fighting layouts. Learn Flexbox and you'll never struggle with alignment again.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2029968" cy="365760"/>
          </a:xfrm>
          <a:prstGeom prst="rect">
            <a:avLst/>
          </a:prstGeom>
          <a:solidFill>
            <a:srgbClr val="11203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property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633472"/>
            <a:ext cx="2029968" cy="365760"/>
          </a:xfrm>
          <a:prstGeom prst="rect">
            <a:avLst/>
          </a:prstGeom>
          <a:solidFill>
            <a:srgbClr val="11203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33472" y="263347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Deep Dive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2633472"/>
            <a:ext cx="2029968" cy="365760"/>
          </a:xfrm>
          <a:prstGeom prst="rect">
            <a:avLst/>
          </a:prstGeom>
          <a:solidFill>
            <a:srgbClr val="11203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9744" y="263347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Property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16382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Topics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4832" y="316382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84832" y="35844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CSS Props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3163824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</a:rPr>
              <a:t>One shot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12464" y="35844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Video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0096" y="316382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40096" y="35844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Layout Project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3025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50608" y="841248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1133856"/>
            <a:ext cx="475488" cy="475488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50608" y="1133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9248" y="1133856"/>
            <a:ext cx="475488" cy="475488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99248" y="1133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47888" y="1133856"/>
            <a:ext cx="475488" cy="475488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47888" y="1133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50608" y="171907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space-between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50608" y="2157984"/>
            <a:ext cx="438912" cy="43891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50608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54112" y="2157984"/>
            <a:ext cx="438912" cy="43891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754112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57616" y="2157984"/>
            <a:ext cx="438912" cy="43891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357616" y="2157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50608" y="2706624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align-items: center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50608" y="2999232"/>
            <a:ext cx="1700784" cy="822960"/>
          </a:xfrm>
          <a:prstGeom prst="rect">
            <a:avLst/>
          </a:prstGeom>
          <a:solidFill>
            <a:srgbClr val="11203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23760" y="3246120"/>
            <a:ext cx="384048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223760" y="3246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80960" y="3127248"/>
            <a:ext cx="384048" cy="566928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680960" y="312724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38160" y="3182112"/>
            <a:ext cx="384048" cy="475488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138160" y="318211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50608" y="3913632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flex-wrap: wrap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68896" y="4187952"/>
            <a:ext cx="493776" cy="329184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168896" y="418795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17536" y="4187952"/>
            <a:ext cx="493776" cy="329184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717536" y="418795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66176" y="4187952"/>
            <a:ext cx="493776" cy="329184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266176" y="418795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168896" y="4572000"/>
            <a:ext cx="493776" cy="329184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168896" y="4572000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717536" y="4572000"/>
            <a:ext cx="493776" cy="329184"/>
          </a:xfrm>
          <a:prstGeom prst="rect">
            <a:avLst/>
          </a:prstGeom>
          <a:solidFill>
            <a:srgbClr val="BD00FF">
              <a:alpha val="25000"/>
            </a:srgbClr>
          </a:solidFill>
          <a:ln w="12700">
            <a:solidFill>
              <a:srgbClr val="BD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717536" y="4572000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D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266176" y="4572000"/>
            <a:ext cx="493776" cy="329184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8266176" y="4572000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FAA"/>
                </a:solidFill>
              </a:rPr>
              <a:t>Day 7  •  CSS Layouts: Flexbox, Display &amp; Position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00BFFF">
              <a:alpha val="1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Property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inline, inline-block, none, flex, grid — understanding the display axis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00BFFF">
              <a:alpha val="16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</a:rPr>
              <a:t>~7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— Container Props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display:flex, flex-direction, justify-content, align-items, align-content, flex-wrap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00FF88">
              <a:alpha val="16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</a:rPr>
              <a:t>~10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80FFB9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80FFB9">
              <a:alpha val="18000"/>
            </a:srgbClr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— Item Props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flex, flex-grow, flex-shrink, flex-basis, align-self, order, gap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80FFB9">
              <a:alpha val="16000"/>
            </a:srgbClr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FFB9"/>
                </a:solidFill>
              </a:rPr>
              <a:t>~8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FF2D78">
              <a:alpha val="18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Property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relative, absolute, fixed, sticky — offsets: top, right, bottom, left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FF2D78">
              <a:alpha val="16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78"/>
                </a:solidFill>
              </a:rPr>
              <a:t>~9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 &amp; Stacking Context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values, stacking order, overflow, visibility vs display:none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FFB300">
              <a:alpha val="16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~5 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6928" y="49194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</a:rPr>
              <a:t>PROJECT: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53312" y="4919472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</a:rPr>
              <a:t>Responsive Navbar — flexbox navigation bar + hero section that works on all screen sizes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display Property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controls how an element takes up space and how its children are arranged.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9768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" y="1060704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" y="1060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block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73936" y="106070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width, starts new line. div, p, h1-h6, section are block by default.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" y="1627632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5216" y="1682496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81328" y="1682496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div, p, h1, section, article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0" y="969264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46320" y="969264"/>
            <a:ext cx="4297680" cy="502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74336" y="1060704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74336" y="1060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06070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wide as content. Cannot set width/height. Sits inside text flow.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74336" y="1627632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47488" y="1682496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1682496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span, a, strong, em, img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2304288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2304288"/>
            <a:ext cx="4297680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12064" y="2395728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2064" y="2395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inline-block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73936" y="2395728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flow BUT can set width/height. Best of both worlds.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" y="2962656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5216" y="3017520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81328" y="3017520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to make inline elements sizeable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2304288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46320" y="2304288"/>
            <a:ext cx="4297680" cy="5029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74336" y="2395728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74336" y="2395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395728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element into flex container. Children become flex items. 1D layout.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74336" y="2962656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3017520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0" y="3017520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.navbar, .card-row, .form-row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" y="3639312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84048" y="3639312"/>
            <a:ext cx="4297680" cy="50292"/>
          </a:xfrm>
          <a:prstGeom prst="rect">
            <a:avLst/>
          </a:prstGeom>
          <a:solidFill>
            <a:srgbClr val="BD00FF"/>
          </a:solidFill>
          <a:ln w="12700">
            <a:solidFill>
              <a:srgbClr val="BD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12064" y="3730752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BD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2064" y="3730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D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73936" y="3730752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element into grid container. 2D layout — rows AND columns at once.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" y="4297680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85216" y="4352544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81328" y="4352544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D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.gallery, .dashboard, .page-layout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3639312"/>
            <a:ext cx="4297680" cy="1243584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46320" y="3639312"/>
            <a:ext cx="4297680" cy="50292"/>
          </a:xfrm>
          <a:prstGeom prst="rect">
            <a:avLst/>
          </a:prstGeom>
          <a:solidFill>
            <a:srgbClr val="3D6B5A"/>
          </a:solidFill>
          <a:ln w="12700">
            <a:solidFill>
              <a:srgbClr val="3D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74336" y="3730752"/>
            <a:ext cx="118872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3D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74336" y="3730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none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36208" y="3730752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element completely — no space left. Element removed from document flow.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74336" y="4297680"/>
            <a:ext cx="4041648" cy="493776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4352544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0" y="4352544"/>
            <a:ext cx="2980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for toggles, modals, dropdowns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— Container Properties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to the PARENT element to control how children are laid 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Make a flex container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Direction */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row;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row | column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row-reverse | col-rev */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Main axis align */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flex-start | flex-end */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center | space-between*/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space-around | evenly */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51560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37760" y="1051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flex-start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7132320" y="105156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start at the beginning of main axis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73168" y="1481328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481328"/>
            <a:ext cx="50292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901184" y="1563624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37760" y="15636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7132320" y="156362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centred on main axis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73168" y="1993392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1993392"/>
            <a:ext cx="50292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2075688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2075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7132320" y="207568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space BETWEEN items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73168" y="2505456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2505456"/>
            <a:ext cx="50292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2587752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37760" y="2587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space-around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7132320" y="258775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space AROUND every item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73168" y="3017520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17520"/>
            <a:ext cx="50292" cy="43891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3099816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0" y="30998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flex-start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7132320" y="3099816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at top of cross axis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73168" y="3529584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73168" y="3529584"/>
            <a:ext cx="50292" cy="43891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901184" y="3611880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37760" y="3611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7132320" y="36118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centred on cross axis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73168" y="4041648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773168" y="4041648"/>
            <a:ext cx="50292" cy="43891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4901184" y="4123944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937760" y="41239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flex-end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7132320" y="4123944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at bottom of cross axis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73168" y="4553712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4553712"/>
            <a:ext cx="50292" cy="43891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01184" y="4636008"/>
            <a:ext cx="215798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937760" y="46360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7132320" y="463600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wrap to next line when overflow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84048" y="4828032"/>
            <a:ext cx="4224528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384048" y="4828032"/>
            <a:ext cx="4224528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502920" y="491032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49224" y="491032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795528" y="491032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950976" y="4873752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0FFB9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80FFB9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— Item Properties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to the CHILDREN elements to control how each flex item behaves.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Flex items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flex shorthand */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flex: grow shrink basis */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1;        /* = 1 1 0 */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0 0 200px;/* fixed */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2;        /* 2x grow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grow: take extra space */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flex-grow: 1;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shrink: shrink if needed */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flex-shrink: 0; /* no shrink */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basis: base size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flex-basis: 300px;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51560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01184" y="105156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0" y="102412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flex: 1 1 0. Item grows AND shrinks to fill available space equally.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773168" y="1485900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485900"/>
            <a:ext cx="50292" cy="43891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901184" y="1568196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568196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0 0 300px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26480" y="1540764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item: won't grow, won't shrink, always 300px wide. Perfect for sidebars.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4773168" y="2002536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002536"/>
            <a:ext cx="50292" cy="43891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2084832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01184" y="2084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flex-grow: 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26480" y="205740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extra space the item takes. flex-grow:2 gets double the extra space of flex-grow:1.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4773168" y="2519172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2519172"/>
            <a:ext cx="50292" cy="43891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2601468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01184" y="2601468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flex-shrink: 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0" y="257403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shrinking. flex-shrink:0 = item never gets smaller than flex-basis. Good for logos.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773168" y="3035808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35808"/>
            <a:ext cx="50292" cy="438912"/>
          </a:xfrm>
          <a:prstGeom prst="rect">
            <a:avLst/>
          </a:prstGeom>
          <a:solidFill>
            <a:srgbClr val="80DFFF"/>
          </a:solidFill>
          <a:ln w="12700">
            <a:solidFill>
              <a:srgbClr val="80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3118104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80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01184" y="3118104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flex-basis: auto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126480" y="3090672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size before growing/shrinking. auto = use width/height. 0 = share all space equally.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4773168" y="3552444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773168" y="3552444"/>
            <a:ext cx="50292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901184" y="3634740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01184" y="363474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126480" y="360730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align-items for ONE item. flex-start | center | flex-end | stretch | baseline.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773168" y="4069080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773168" y="4069080"/>
            <a:ext cx="50292" cy="43891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4901184" y="4151376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901184" y="4151376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order: -1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26480" y="4123944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visual order without changing HTML. Default is 0. Lower values appear first.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4773168" y="4585716"/>
            <a:ext cx="4041648" cy="4389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4585716"/>
            <a:ext cx="50292" cy="438912"/>
          </a:xfrm>
          <a:prstGeom prst="rect">
            <a:avLst/>
          </a:prstGeom>
          <a:solidFill>
            <a:srgbClr val="80FFB9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01184" y="4668012"/>
            <a:ext cx="1152144" cy="256032"/>
          </a:xfrm>
          <a:prstGeom prst="rect">
            <a:avLst/>
          </a:prstGeom>
          <a:solidFill>
            <a:srgbClr val="030A06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901184" y="466801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1rem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26480" y="464058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flex items (on container). Replaces margin hacks. Works in both directions.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CHEATSHEET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Flexbox Visual Cheatsheet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flex combinations — memorise these 6 and you can build almost any layout.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2340864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" y="1261872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6928" y="1773936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15568" y="1773936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15568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64208" y="1773936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64208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5983" y="1331105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560320" y="969264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0" y="969264"/>
            <a:ext cx="2340864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51760" y="1261872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0" y="1773936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0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64992" y="1773936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64992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16352" y="1773936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16352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33472" y="1338943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736592" y="969264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36592" y="969264"/>
            <a:ext cx="2340864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28032" y="1261872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376672" y="1773936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76672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07024" y="1773936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07024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55664" y="1773936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55664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82312" y="1346781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912864" y="969264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912864" y="969264"/>
            <a:ext cx="2340864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004304" y="1261872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095744" y="1773936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095744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91272" y="1773936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65008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741664" y="1764792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034272" y="17739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12864" y="13350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84048" y="2560320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4048" y="2560320"/>
            <a:ext cx="2340864" cy="5029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5488" y="2852928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66928" y="3017520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66928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60704" y="3017520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060704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554480" y="3017520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554480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" y="3419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2560320" y="2560320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560320" y="2560320"/>
            <a:ext cx="2340864" cy="5029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0" y="2852928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743200" y="3310128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743200" y="3310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36976" y="3310128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236976" y="3310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30752" y="3310128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730752" y="3310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633472" y="28849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736592" y="2560320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36592" y="2560320"/>
            <a:ext cx="2340864" cy="5029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828032" y="2852928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910328" y="3452513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19472" y="36027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04104" y="3456432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413248" y="36027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07024" y="3452513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5907024" y="3602736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46320" y="3049197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912864" y="2560320"/>
            <a:ext cx="2340864" cy="13533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912864" y="2560320"/>
            <a:ext cx="2340864" cy="502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004304" y="2852928"/>
            <a:ext cx="2157984" cy="950976"/>
          </a:xfrm>
          <a:prstGeom prst="rect">
            <a:avLst/>
          </a:prstGeom>
          <a:solidFill>
            <a:srgbClr val="11203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095744" y="3017520"/>
            <a:ext cx="420624" cy="34747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095744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589520" y="3017520"/>
            <a:ext cx="420624" cy="347472"/>
          </a:xfrm>
          <a:prstGeom prst="rect">
            <a:avLst/>
          </a:prstGeom>
          <a:solidFill>
            <a:srgbClr val="00BFFF">
              <a:alpha val="25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589520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083296" y="3017520"/>
            <a:ext cx="420624" cy="347472"/>
          </a:xfrm>
          <a:prstGeom prst="rect">
            <a:avLst/>
          </a:prstGeom>
          <a:solidFill>
            <a:srgbClr val="FF2D78">
              <a:alpha val="25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8083296" y="30175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095744" y="3474720"/>
            <a:ext cx="420624" cy="347472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095744" y="34747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589520" y="3474720"/>
            <a:ext cx="420624" cy="347472"/>
          </a:xfrm>
          <a:prstGeom prst="rect">
            <a:avLst/>
          </a:prstGeom>
          <a:solidFill>
            <a:srgbClr val="BD00FF">
              <a:alpha val="25000"/>
            </a:srgbClr>
          </a:solidFill>
          <a:ln w="12700">
            <a:solidFill>
              <a:srgbClr val="BD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7589520" y="34747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388352" y="3474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8FFF5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position Property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controls where an element sits in the page — and whether it moves with scroll.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static — default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 position: static; }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top/left/etc have no effect */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relative — offset from self */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{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relative;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10px; left: 20px;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absolute — out of flow */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.badge {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absolute;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0; right: 0;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fixed — stays on screen */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50292" cy="749808"/>
          </a:xfrm>
          <a:prstGeom prst="rect">
            <a:avLst/>
          </a:prstGeom>
          <a:solidFill>
            <a:srgbClr val="8ABFAA"/>
          </a:solidFill>
          <a:ln w="12700">
            <a:solidFill>
              <a:srgbClr val="8ABF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60704"/>
            <a:ext cx="91440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8ABF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01184" y="1060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88736" y="1024128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— no positioning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01184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starts here. top/right/bottom/left and z-index have NO effect. Normal document flow.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73168" y="1792224"/>
            <a:ext cx="4041648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773168" y="1792224"/>
            <a:ext cx="50292" cy="7498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901184" y="1883664"/>
            <a:ext cx="91440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01184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88736" y="1847088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from its normal position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01184" y="2212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stays in flow but can be nudged with top/left/right/bottom. Creates a positioning context for absolute children.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73168" y="2615184"/>
            <a:ext cx="4041648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615184"/>
            <a:ext cx="50292" cy="7498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901184" y="2706624"/>
            <a:ext cx="91440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01184" y="2706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888736" y="2670048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from document flow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901184" y="3035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relative to nearest positioned ancestor. Other elements ignore it. Perfect for badges, tooltips, dropdowns.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3438144"/>
            <a:ext cx="4041648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73168" y="3438144"/>
            <a:ext cx="50292" cy="7498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901184" y="3529584"/>
            <a:ext cx="91440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01184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888736" y="3493008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 fixed to the viewport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901184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flow. Positioned relative to browser window. Stays in place during scroll. Perfect for navbars, CTAs.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73168" y="4261104"/>
            <a:ext cx="4041648" cy="74980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4773168" y="4261104"/>
            <a:ext cx="50292" cy="7498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901184" y="4352544"/>
            <a:ext cx="914400" cy="274320"/>
          </a:xfrm>
          <a:prstGeom prst="rect">
            <a:avLst/>
          </a:prstGeom>
          <a:solidFill>
            <a:srgbClr val="030A06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01184" y="4352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888736" y="4315968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then fixed on scroll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901184" y="4681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relative until it hits a scroll threshold, then sticks like fixed. Great for sticky table headers or sidebars.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Z-index, Overflow &amp;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stacking layers and what happens when content overflows its container.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256032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 — Stacking Layers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35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z-index only works on positioned elements (not static).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1664208"/>
            <a:ext cx="1737360" cy="822960"/>
          </a:xfrm>
          <a:prstGeom prst="rect">
            <a:avLst/>
          </a:prstGeom>
          <a:solidFill>
            <a:srgbClr val="1A000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938528"/>
            <a:ext cx="1737360" cy="822960"/>
          </a:xfrm>
          <a:prstGeom prst="rect">
            <a:avLst/>
          </a:prstGeom>
          <a:solidFill>
            <a:srgbClr val="001A0A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54480" y="19385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212848"/>
            <a:ext cx="1737360" cy="822960"/>
          </a:xfrm>
          <a:prstGeom prst="rect">
            <a:avLst/>
          </a:prstGeom>
          <a:solidFill>
            <a:srgbClr val="00001A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20240" y="22128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z-index: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255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z-index = on top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602736"/>
            <a:ext cx="4224528" cy="146304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3602736"/>
            <a:ext cx="422452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FF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 Property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041648"/>
            <a:ext cx="1261872" cy="201168"/>
          </a:xfrm>
          <a:prstGeom prst="rect">
            <a:avLst/>
          </a:prstGeom>
          <a:solidFill>
            <a:srgbClr val="030A06"/>
          </a:solidFill>
          <a:ln w="12700">
            <a:solidFill>
              <a:srgbClr val="8ABF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" y="404164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overflow: visible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920240" y="404164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Content overflows outside the container. Nothing is clipped.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261872" cy="201168"/>
          </a:xfrm>
          <a:prstGeom prst="rect">
            <a:avLst/>
          </a:prstGeom>
          <a:solidFill>
            <a:srgbClr val="030A06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overflow: hidden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20240" y="431596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outside the box is clipped/invisible. Also used to contain floats.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" y="4590288"/>
            <a:ext cx="1261872" cy="201168"/>
          </a:xfrm>
          <a:prstGeom prst="rect">
            <a:avLst/>
          </a:prstGeom>
          <a:solidFill>
            <a:srgbClr val="030A06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66928" y="459028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overflow: scroll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20240" y="459028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shows scrollbars. Scroll inside the element to see overflow content.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1261872" cy="201168"/>
          </a:xfrm>
          <a:prstGeom prst="rect">
            <a:avLst/>
          </a:prstGeom>
          <a:solidFill>
            <a:srgbClr val="030A0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66928" y="486460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overflow: auto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920240" y="486460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Scrollbar only when needed — best for most situations.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73168" y="969264"/>
            <a:ext cx="4041648" cy="409651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BD00FF"/>
          </a:solidFill>
          <a:ln w="12700">
            <a:solidFill>
              <a:srgbClr val="BD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8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 vs display:none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1353312"/>
            <a:ext cx="3913632" cy="3639312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28032" y="1353312"/>
            <a:ext cx="3913632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946904" y="14356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93208" y="14356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239512" y="14356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94960" y="1399032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01184" y="16550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20640" y="16550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Hides but keeps space */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901184" y="19065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20640" y="19065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D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.hidden {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901184" y="21579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21579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E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visibility: hidden;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901184" y="24094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0" y="24094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D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901184" y="26609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20640" y="26609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4901184" y="29123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20640" y="29123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Removes from flow */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901184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20640" y="31638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.gone {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901184" y="34152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20640" y="34152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none;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901184" y="36667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20640" y="36667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4901184" y="39182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20640" y="39182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4901184" y="41696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20640" y="41696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Invisible but clickable */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4901184" y="44211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20640" y="44211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.ghost {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901184" y="46725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0" y="46725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0; </a:t>
            </a: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5120640" y="49240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2" name="Text 70"/>
          <p:cNvSpPr/>
          <p:nvPr/>
        </p:nvSpPr>
        <p:spPr>
          <a:xfrm>
            <a:off x="4901184" y="54269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20640" y="54269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Pointer events control */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4901184" y="56784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20640" y="56784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.no-click {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4901184" y="59298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0" y="59298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pointer-events: none;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4901184" y="61813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20640" y="61813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Responsive Navbar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navbar + hero section using only Flexbox — responsive, centered, clean.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Navbar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1rem 2rem;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sticky;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0;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z-index: 100;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.nav-links {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2rem;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 none; </a:t>
            </a: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22376" y="475161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30A06"/>
          </a:solidFill>
          <a:ln w="12700">
            <a:solidFill>
              <a:srgbClr val="0F2C1E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20706"/>
          </a:solidFill>
          <a:ln w="12700">
            <a:solidFill>
              <a:srgbClr val="020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</a:rPr>
              <a:t>style.css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Card row */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.card-row {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flex-wrap: wrap;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1.5rem;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5399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FFD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flex: 1 1 280px; </a:t>
            </a: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B10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 Navbar + Hero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sticky navbar and a full-height hero section using pure Flexbox.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Flex containers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Sticky navbar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Full-height hero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</a:rPr>
              <a:t>Card grid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Create .navbar with display:flex, space-between, sticky top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Style .nav-links as flex row with gap — remove list dots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Add z-index:100 to navbar so it sits above content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Build .hero with flex-direction:column, min-height:100vh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Centre hero content with align-items &amp; justify-content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Add a .card-row with display:flex, flex-wrap:wrap, gap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Make each .card use flex:1 1 280px for responsiveness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Add a sticky logo: position:sticky, top:0 on the navbar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Test: resize browser — cards should stack on narrow screens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60B1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Add :hover on nav links — translate or color change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310896"/>
          </a:xfrm>
          <a:prstGeom prst="rect">
            <a:avLst/>
          </a:prstGeom>
          <a:solidFill>
            <a:srgbClr val="11203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79008" y="22860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99632" y="228600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About  Projects  Contact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705856" y="2596896"/>
            <a:ext cx="3054096" cy="1078992"/>
          </a:xfrm>
          <a:prstGeom prst="rect">
            <a:avLst/>
          </a:prstGeom>
          <a:solidFill>
            <a:srgbClr val="020A05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705856" y="2596896"/>
            <a:ext cx="30540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F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0F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Big Headline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0F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Tagline here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0F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[CTA Button]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705856" y="3712464"/>
            <a:ext cx="3054096" cy="347472"/>
          </a:xfrm>
          <a:prstGeom prst="rect">
            <a:avLst/>
          </a:prstGeom>
          <a:solidFill>
            <a:srgbClr val="11203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705856" y="3712464"/>
            <a:ext cx="3054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 cards row ↓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24144" y="4096512"/>
            <a:ext cx="950976" cy="804672"/>
          </a:xfrm>
          <a:prstGeom prst="rect">
            <a:avLst/>
          </a:prstGeom>
          <a:solidFill>
            <a:srgbClr val="11203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724144" y="4096512"/>
            <a:ext cx="9509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9984" y="4096512"/>
            <a:ext cx="950976" cy="804672"/>
          </a:xfrm>
          <a:prstGeom prst="rect">
            <a:avLst/>
          </a:prstGeom>
          <a:solidFill>
            <a:srgbClr val="11203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729984" y="4096512"/>
            <a:ext cx="9509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735824" y="4096512"/>
            <a:ext cx="950976" cy="804672"/>
          </a:xfrm>
          <a:prstGeom prst="rect">
            <a:avLst/>
          </a:prstGeom>
          <a:solidFill>
            <a:srgbClr val="112030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35824" y="4096512"/>
            <a:ext cx="9509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8 — CSS Grid!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00BFFF">
              <a:alpha val="1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display:block fills full width. display:inline = content-width only. display:flex makes a flex container.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aligns on the MAIN axis (horizontal for row). align-items aligns on the CROSS axis (vertical).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80FFB9"/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80FFB9">
              <a:alpha val="18000"/>
            </a:srgbClr>
          </a:solidFill>
          <a:ln w="12700">
            <a:solidFill>
              <a:srgbClr val="80FF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F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flex:1 on items = grow and shrink equally. flex:0 0 300px = fixed 300px. Use gap instead of margin hacks.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FF2D78">
              <a:alpha val="18000"/>
            </a:srgbClr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position:relative offsets from self. position:absolute removes from flow, relative to nearest positioned parent.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position:fixed = stays on screen while scrolling. position:sticky = relative until scroll threshold.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8: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your Day 1 page navbar using display:flex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50592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140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a div both horizontally &amp; vertically with flex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44368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07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3-card row that wraps on small screens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38144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015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fixed footer using position:fixed + bottom:0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931920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8953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a badge on an image using position:absolute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425696"/>
            <a:ext cx="219456" cy="21945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425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0B10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any site — find 5 elements using display:flex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2011680"/>
            <a:ext cx="5852160" cy="5852160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00BFFF">
              <a:alpha val="5000"/>
            </a:srgbClr>
          </a:solidFill>
          <a:ln w="12700">
            <a:solidFill>
              <a:srgbClr val="00B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FF2D78">
              <a:alpha val="4000"/>
            </a:srgbClr>
          </a:solidFill>
          <a:ln w="12700">
            <a:solidFill>
              <a:srgbClr val="FF2D78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00FF88">
              <a:alpha val="14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80FF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7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 Unlocked.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139696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centre a div — and everything else.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88336"/>
            <a:ext cx="6400800" cy="128016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688336"/>
            <a:ext cx="1493520" cy="12801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64536" y="2651760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/ 30  •  23.3%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7315200" cy="1389888"/>
          </a:xfrm>
          <a:prstGeom prst="rect">
            <a:avLst/>
          </a:prstGeom>
          <a:solidFill>
            <a:srgbClr val="0C1520"/>
          </a:solidFill>
          <a:ln w="12700">
            <a:solidFill>
              <a:srgbClr val="0F2C1E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7315200" cy="502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8: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67328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Grid Layout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rows, areas, fr units — build complex 2D layouts in minutes.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2084</Words>
  <Application>Microsoft Office PowerPoint</Application>
  <PresentationFormat>On-screen Show (16:9)</PresentationFormat>
  <Paragraphs>451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– CSS Layouts: Flexbox, Display &amp; Position</dc:title>
  <dc:subject>PptxGenJS Presentation</dc:subject>
  <dc:creator>PptxGenJS</dc:creator>
  <cp:lastModifiedBy>Ajay Solanki</cp:lastModifiedBy>
  <cp:revision>2</cp:revision>
  <dcterms:created xsi:type="dcterms:W3CDTF">2026-05-18T04:48:56Z</dcterms:created>
  <dcterms:modified xsi:type="dcterms:W3CDTF">2026-05-21T12:31:55Z</dcterms:modified>
</cp:coreProperties>
</file>