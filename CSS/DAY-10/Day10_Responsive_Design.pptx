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5-30T06:15:31.6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22828 12109 0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82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00BCD4">
              <a:alpha val="9000"/>
            </a:srgbClr>
          </a:solidFill>
          <a:ln w="12700">
            <a:solidFill>
              <a:srgbClr val="00BCD4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00E5C7">
              <a:alpha val="5000"/>
            </a:srgbClr>
          </a:solidFill>
          <a:ln w="12700">
            <a:solidFill>
              <a:srgbClr val="00E5C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1828800"/>
          </a:xfrm>
          <a:prstGeom prst="ellipse">
            <a:avLst/>
          </a:prstGeom>
          <a:solidFill>
            <a:srgbClr val="C6FF00">
              <a:alpha val="3000"/>
            </a:srgbClr>
          </a:solidFill>
          <a:ln w="12700">
            <a:solidFill>
              <a:srgbClr val="C6FF00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DAY 10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Design,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Variables &amp;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0F2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Scrollbar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sites that look perfect on every device — from a 320px phone to a 4K monitor.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2029968" cy="36576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2944368"/>
            <a:ext cx="2029968" cy="365760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33472" y="29443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2944368"/>
            <a:ext cx="2029968" cy="365760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294436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(:root)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5666"/>
                </a:solidFill>
              </a:rPr>
              <a:t>Topics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84832" y="3474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84832" y="3895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5666"/>
                </a:solidFill>
              </a:rPr>
              <a:t>Breakpoints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3474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Trebuchet MS" pitchFamily="34" charset="0"/>
              </a:rPr>
              <a:t>One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12464" y="3895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5666"/>
                </a:solidFill>
              </a:rPr>
              <a:t>Video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0096" y="34747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0096" y="38953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5666"/>
                </a:solidFill>
              </a:rPr>
              <a:t>Full Project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71C26"/>
          </a:solidFill>
          <a:ln w="12700">
            <a:solidFill>
              <a:srgbClr val="006978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50608" y="822960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1115568"/>
            <a:ext cx="1700784" cy="100584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50608" y="117043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 1200px+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87184" y="1399032"/>
            <a:ext cx="512064" cy="676656"/>
          </a:xfrm>
          <a:prstGeom prst="rect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735824" y="1399032"/>
            <a:ext cx="512064" cy="676656"/>
          </a:xfrm>
          <a:prstGeom prst="rect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284464" y="1389888"/>
            <a:ext cx="512064" cy="676656"/>
          </a:xfrm>
          <a:prstGeom prst="rect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150608" y="2212848"/>
            <a:ext cx="1700784" cy="932688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50608" y="226771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Tablet  768px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260336" y="2487168"/>
            <a:ext cx="768096" cy="603504"/>
          </a:xfrm>
          <a:prstGeom prst="rect">
            <a:avLst/>
          </a:prstGeom>
          <a:solidFill>
            <a:srgbClr val="00E5C7">
              <a:alpha val="20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065008" y="2487168"/>
            <a:ext cx="768096" cy="603504"/>
          </a:xfrm>
          <a:prstGeom prst="rect">
            <a:avLst/>
          </a:prstGeom>
          <a:solidFill>
            <a:srgbClr val="00E5C7">
              <a:alpha val="20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150608" y="3236976"/>
            <a:ext cx="1700784" cy="914400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50608" y="329184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6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  375px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278624" y="3511296"/>
            <a:ext cx="1444752" cy="585216"/>
          </a:xfrm>
          <a:prstGeom prst="rect">
            <a:avLst/>
          </a:prstGeom>
          <a:solidFill>
            <a:srgbClr val="C6FF00">
              <a:alpha val="20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50608" y="4224528"/>
            <a:ext cx="1700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Screens!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61DB505-DF8D-51D2-B57C-30705C95CE52}"/>
                  </a:ext>
                </a:extLst>
              </p14:cNvPr>
              <p14:cNvContentPartPr/>
              <p14:nvPr/>
            </p14:nvContentPartPr>
            <p14:xfrm>
              <a:off x="8218080" y="4359240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61DB505-DF8D-51D2-B57C-30705C95CE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08720" y="4349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14"/>
    </mc:Choice>
    <mc:Fallback xmlns="">
      <p:transition spd="slow" advTm="391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666"/>
                </a:solidFill>
              </a:rPr>
              <a:t>Day 10  •  Responsive Design, CSS Variables &amp; Custom Scrollbar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76809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7680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329184" cy="329184"/>
          </a:xfrm>
          <a:prstGeom prst="ellipse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521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Queries &amp; Breakpoints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517904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syntax, min-width, max-width, standard breakpoints, device 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5008" y="1316736"/>
            <a:ext cx="621792" cy="237744"/>
          </a:xfrm>
          <a:prstGeom prst="rect">
            <a:avLst/>
          </a:prstGeom>
          <a:solidFill>
            <a:srgbClr val="00BCD4">
              <a:alpha val="16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31673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</a:rPr>
              <a:t>~9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011680"/>
            <a:ext cx="8375904" cy="76809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011680"/>
            <a:ext cx="50292" cy="768096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231136"/>
            <a:ext cx="329184" cy="329184"/>
          </a:xfrm>
          <a:prstGeom prst="ellipse">
            <a:avLst/>
          </a:prstGeom>
          <a:solidFill>
            <a:srgbClr val="00E5C7">
              <a:alpha val="18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0848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2450592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vs desktop-first, viewport meta, fluid layouts, flexible images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2249424"/>
            <a:ext cx="621792" cy="237744"/>
          </a:xfrm>
          <a:prstGeom prst="rect">
            <a:avLst/>
          </a:prstGeom>
          <a:solidFill>
            <a:srgbClr val="00E5C7">
              <a:alpha val="16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24942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7"/>
                </a:solidFill>
              </a:rPr>
              <a:t>~8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944368"/>
            <a:ext cx="8375904" cy="76809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944368"/>
            <a:ext cx="50292" cy="768096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C6FF00">
              <a:alpha val="18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301752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Custom Properties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3383280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variables, var(), fallbacks, dynamic theming, dark mode with variables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65008" y="3182112"/>
            <a:ext cx="621792" cy="237744"/>
          </a:xfrm>
          <a:prstGeom prst="rect">
            <a:avLst/>
          </a:prstGeom>
          <a:solidFill>
            <a:srgbClr val="C6FF00">
              <a:alpha val="16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3182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FF00"/>
                </a:solidFill>
              </a:rPr>
              <a:t>~9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877056"/>
            <a:ext cx="8375904" cy="76809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877056"/>
            <a:ext cx="50292" cy="76809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4096512"/>
            <a:ext cx="329184" cy="329184"/>
          </a:xfrm>
          <a:prstGeom prst="ellipse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096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95020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Scrollbar Styling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4128" y="4315968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::-webkit-scrollbar, thumb, track, width, border-radius, scrollbar-gutter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65008" y="4114800"/>
            <a:ext cx="621792" cy="237744"/>
          </a:xfrm>
          <a:prstGeom prst="rect">
            <a:avLst/>
          </a:prstGeom>
          <a:solidFill>
            <a:srgbClr val="FFB300">
              <a:alpha val="16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41148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~7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" y="49194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DEEA"/>
                </a:solidFill>
              </a:rPr>
              <a:t>PROJECT: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4919472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</a:rPr>
              <a:t>Responsive Portfolio Page — mobile-first layout, CSS variables for theming, custom scrollbar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"/>
    </mc:Choice>
    <mc:Fallback xmlns="">
      <p:transition spd="slow" advTm="89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Queries &amp; Breakpoints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tells the browser to apply CSS rules only when certain conditions are true.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Syntax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(condition)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CSS only applied when */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condition is true */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Screen width examples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Tablet and up */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 max-width:768px;}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767px) {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Mobile only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 { display: none; }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57200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Range */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(min-width:768px) and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24688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DE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Breakpoints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901184" y="1389888"/>
            <a:ext cx="713232" cy="237744"/>
          </a:xfrm>
          <a:prstGeom prst="rect">
            <a:avLst/>
          </a:prstGeom>
          <a:solidFill>
            <a:srgbClr val="C6FF00">
              <a:alpha val="16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01184" y="138988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(S)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9280" y="138988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576px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28816" y="140817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base styles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01184" y="1719072"/>
            <a:ext cx="713232" cy="237744"/>
          </a:xfrm>
          <a:prstGeom prst="rect">
            <a:avLst/>
          </a:prstGeom>
          <a:solidFill>
            <a:srgbClr val="C6FF00">
              <a:alpha val="16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01184" y="171907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(L)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171907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576px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28816" y="173736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wider phones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01184" y="2048256"/>
            <a:ext cx="713232" cy="237744"/>
          </a:xfrm>
          <a:prstGeom prst="rect">
            <a:avLst/>
          </a:prstGeom>
          <a:solidFill>
            <a:srgbClr val="00E5C7">
              <a:alpha val="16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204825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69280" y="204825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768px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28816" y="206654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layouts start here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901184" y="2377440"/>
            <a:ext cx="713232" cy="237744"/>
          </a:xfrm>
          <a:prstGeom prst="rect">
            <a:avLst/>
          </a:prstGeom>
          <a:solidFill>
            <a:srgbClr val="00BCD4">
              <a:alpha val="16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01184" y="237744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69280" y="23774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1024px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28816" y="239572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nav, wider containers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901184" y="2706624"/>
            <a:ext cx="713232" cy="237744"/>
          </a:xfrm>
          <a:prstGeom prst="rect">
            <a:avLst/>
          </a:prstGeom>
          <a:solidFill>
            <a:srgbClr val="80DEEA">
              <a:alpha val="16000"/>
            </a:srgbClr>
          </a:solidFill>
          <a:ln w="12700">
            <a:solidFill>
              <a:srgbClr val="80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901184" y="27066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669280" y="270662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1200px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28816" y="272491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container width, 3-col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01184" y="3035808"/>
            <a:ext cx="713232" cy="237744"/>
          </a:xfrm>
          <a:prstGeom prst="rect">
            <a:avLst/>
          </a:prstGeom>
          <a:solidFill>
            <a:srgbClr val="FFB300">
              <a:alpha val="16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901184" y="303580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(4K)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669280" y="303580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1400px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28816" y="30540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with max-width cap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73168" y="3511296"/>
            <a:ext cx="4041648" cy="15544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4773168" y="3511296"/>
            <a:ext cx="4041648" cy="50292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956048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F2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 Query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901184" y="3931920"/>
            <a:ext cx="1426464" cy="182880"/>
          </a:xfrm>
          <a:prstGeom prst="rect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4901184" y="3931920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 / max-width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400800" y="3950208"/>
            <a:ext cx="23408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width — most common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901184" y="4151376"/>
            <a:ext cx="1426464" cy="182880"/>
          </a:xfrm>
          <a:prstGeom prst="rect">
            <a:avLst/>
          </a:prstGeom>
          <a:solidFill>
            <a:srgbClr val="00E5C7">
              <a:alpha val="12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901184" y="41513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400800" y="4169664"/>
            <a:ext cx="23408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height — landscape detection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901184" y="4370832"/>
            <a:ext cx="1426464" cy="182880"/>
          </a:xfrm>
          <a:prstGeom prst="rect">
            <a:avLst/>
          </a:prstGeom>
          <a:solidFill>
            <a:srgbClr val="C6FF00">
              <a:alpha val="12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901184" y="437083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orientation: landscape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00800" y="4389120"/>
            <a:ext cx="23408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vs landscape mode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901184" y="4590288"/>
            <a:ext cx="1426464" cy="182880"/>
          </a:xfrm>
          <a:prstGeom prst="rect">
            <a:avLst/>
          </a:prstGeom>
          <a:solidFill>
            <a:srgbClr val="FFB300">
              <a:alpha val="12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901184" y="459028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prefers-color-scheme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400800" y="4608576"/>
            <a:ext cx="23408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preference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901184" y="4809744"/>
            <a:ext cx="1426464" cy="182880"/>
          </a:xfrm>
          <a:prstGeom prst="rect">
            <a:avLst/>
          </a:prstGeom>
          <a:solidFill>
            <a:srgbClr val="FF5252">
              <a:alpha val="12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901184" y="4809744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prefers-reduced-motion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00800" y="4828032"/>
            <a:ext cx="23408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reduce animations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"/>
    </mc:Choice>
    <mc:Fallback xmlns="">
      <p:transition spd="slow" advTm="117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Design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base CSS for mobile → add media queries to enhance for larger screens.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114800" cy="4096512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114800" cy="5029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4048" y="969264"/>
            <a:ext cx="914400" cy="292608"/>
          </a:xfrm>
          <a:prstGeom prst="rect">
            <a:avLst/>
          </a:prstGeom>
          <a:solidFill>
            <a:srgbClr val="FF5252">
              <a:alpha val="18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9692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5252"/>
                </a:solidFill>
              </a:rPr>
              <a:t>AVOID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53312" y="10058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Desktop-First (harder)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1316736"/>
            <a:ext cx="3913632" cy="1828800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" y="1316736"/>
            <a:ext cx="3913632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139903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0664" y="139903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86968" y="139903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42416" y="1362456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16184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" y="161848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 base styles */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48640" y="18699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18699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8640" y="21214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2121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48640" y="23728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" y="23728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 repeat(3, 1fr); }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48640" y="26243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" y="262432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28757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31272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" y="262432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Then undo for mobile */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48640" y="33787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" y="28300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 }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48640" y="36301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8096" y="36301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Painful overrides! */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75488" y="3657600"/>
            <a:ext cx="3913632" cy="12984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3504" y="373075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Viewport Meta Tag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" y="4005072"/>
            <a:ext cx="3730752" cy="877824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" y="4005072"/>
            <a:ext cx="3730752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49224" y="408736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95528" y="408736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41832" y="408736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097280" y="405079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index.html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3504" y="4306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" y="430682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name='viewport’ </a:t>
            </a:r>
            <a:r>
              <a:rPr lang="en-US" sz="980" dirty="0">
                <a:solidFill>
                  <a:srgbClr val="80F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content='width=device-width,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03504" y="45582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" y="455828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1161288" y="439042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initial-scale=1'&gt;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4645152" y="969264"/>
            <a:ext cx="4114800" cy="4096512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645152" y="969264"/>
            <a:ext cx="4114800" cy="50292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645152" y="969264"/>
            <a:ext cx="804672" cy="292608"/>
          </a:xfrm>
          <a:prstGeom prst="rect">
            <a:avLst/>
          </a:prstGeom>
          <a:solidFill>
            <a:srgbClr val="00E5C7">
              <a:alpha val="18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645152" y="96926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C7"/>
                </a:solidFill>
              </a:rPr>
              <a:t>DO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04688" y="10058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F2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(smarter)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36592" y="1316736"/>
            <a:ext cx="3913632" cy="1828800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36592" y="1316736"/>
            <a:ext cx="3913632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855464" y="139903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001768" y="139903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148072" y="139903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303520" y="1362456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09744" y="16184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29200" y="161848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 BASE styles */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809744" y="18699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029200" y="18699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{</a:t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4809744" y="21214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29200" y="2121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70" name="Text 68"/>
          <p:cNvSpPr/>
          <p:nvPr/>
        </p:nvSpPr>
        <p:spPr>
          <a:xfrm>
            <a:off x="4809744" y="23728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029200" y="23728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1fr; }</a:t>
            </a:r>
            <a:endParaRPr lang="en-US" sz="980" dirty="0"/>
          </a:p>
        </p:txBody>
      </p:sp>
      <p:sp>
        <p:nvSpPr>
          <p:cNvPr id="72" name="Text 70"/>
          <p:cNvSpPr/>
          <p:nvPr/>
        </p:nvSpPr>
        <p:spPr>
          <a:xfrm>
            <a:off x="4809744" y="26243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809744" y="28757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93792" y="254431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Enhance upward */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4809744" y="31272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93792" y="279577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 }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4809744" y="33787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09744" y="36301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29200" y="36301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repeat(3,1fr); }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4901184" y="2887218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progressive enhancement. Less CSS, fewer overrides.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736592" y="3657600"/>
            <a:ext cx="3913632" cy="12984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864608" y="373075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Mobile → Enhance Up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791456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FF00"/>
                </a:solidFill>
              </a:rPr>
              <a:t>📱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791456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6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320px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321808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B8C4"/>
                </a:solidFill>
              </a:rPr>
              <a:t>→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852160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5C7"/>
                </a:solidFill>
              </a:rPr>
              <a:t>📟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5852160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82512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B8C4"/>
                </a:solidFill>
              </a:rPr>
              <a:t>→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6912864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CD4"/>
                </a:solidFill>
              </a:rPr>
              <a:t>💻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6912864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1024px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7443216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B8C4"/>
                </a:solidFill>
              </a:rPr>
              <a:t>→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7973568" y="40233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DEEA"/>
                </a:solidFill>
              </a:rPr>
              <a:t>🖥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973568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0DE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1200px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7454"/>
    </mc:Choice>
    <mc:Fallback>
      <p:transition advTm="745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Custom Properties (Variables)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values once, use everywhere. Change one variable — update your entire design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2487168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Define in :root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--clr-primary: #00BCD4;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--clr-bg: #040F14;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--clr-text: #E0F7FA;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--clr-accent: #C6FF00;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--font-head: 'Trebuchet MS';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--space-sm: 0.5rem;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--space-md: 1.5rem;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12px;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84048" y="3529584"/>
            <a:ext cx="4224528" cy="1536192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84048" y="3529584"/>
            <a:ext cx="4224528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02920" y="361188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9224" y="3611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95528" y="361188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50976" y="357530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38313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3831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 with var() */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57200" y="40827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" y="40827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43342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4334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var(--clr-primary);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45857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4585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var(--font-head);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57200" y="4837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4837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4773168" y="969264"/>
            <a:ext cx="4041648" cy="248716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 with One Media Query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28032" y="1353312"/>
            <a:ext cx="3913632" cy="2011680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28032" y="1353312"/>
            <a:ext cx="3913632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946904" y="14356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093208" y="14356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5239512" y="14356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394960" y="1399032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901184" y="16550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20640" y="16550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4901184" y="19065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0" y="19065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--bg: #FFFFFF;</a:t>
            </a:r>
            <a:endParaRPr lang="en-US" sz="980" dirty="0"/>
          </a:p>
        </p:txBody>
      </p:sp>
      <p:sp>
        <p:nvSpPr>
          <p:cNvPr id="68" name="Text 66"/>
          <p:cNvSpPr/>
          <p:nvPr/>
        </p:nvSpPr>
        <p:spPr>
          <a:xfrm>
            <a:off x="4901184" y="21579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20640" y="21579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--text: #111111;</a:t>
            </a:r>
            <a:endParaRPr lang="en-US" sz="980" dirty="0"/>
          </a:p>
        </p:txBody>
      </p:sp>
      <p:sp>
        <p:nvSpPr>
          <p:cNvPr id="70" name="Text 68"/>
          <p:cNvSpPr/>
          <p:nvPr/>
        </p:nvSpPr>
        <p:spPr>
          <a:xfrm>
            <a:off x="4901184" y="24094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20640" y="24094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2" name="Text 70"/>
          <p:cNvSpPr/>
          <p:nvPr/>
        </p:nvSpPr>
        <p:spPr>
          <a:xfrm>
            <a:off x="4901184" y="26609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20640" y="26609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(prefers-color-scheme: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4901184" y="29123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20640" y="29123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dark) {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4901184" y="31638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0" y="31638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:root {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4901184" y="34152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20640" y="34152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--bg: #040F14;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4901184" y="36667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120640" y="366674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--text: #E0F7FA;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4901184" y="39182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120640" y="391820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4901184" y="41696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20640" y="416966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86" name="Shape 84"/>
          <p:cNvSpPr/>
          <p:nvPr/>
        </p:nvSpPr>
        <p:spPr>
          <a:xfrm>
            <a:off x="4773168" y="3511296"/>
            <a:ext cx="4041648" cy="15544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773168" y="3511296"/>
            <a:ext cx="4041648" cy="50292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956048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FF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CSS Variables?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901184" y="3959352"/>
            <a:ext cx="128016" cy="128016"/>
          </a:xfrm>
          <a:prstGeom prst="ellipse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5102352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once → updates everywhere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901184" y="4178808"/>
            <a:ext cx="128016" cy="128016"/>
          </a:xfrm>
          <a:prstGeom prst="ellipse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102352" y="41696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theming (dark/light mode)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901184" y="4398264"/>
            <a:ext cx="128016" cy="12801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5102352" y="4389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— names describe meaning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901184" y="4617720"/>
            <a:ext cx="128016" cy="12801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5102352" y="46085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with JavaScript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901184" y="4837176"/>
            <a:ext cx="128016" cy="128016"/>
          </a:xfrm>
          <a:prstGeom prst="ellipse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5102352" y="4828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any selector, not just :root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Scrollbar Styling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browser scrollbar to match your design. Works in Chrome, Edge, Safari.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Target the scrollbar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10px;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Track (background) */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::-webkit-scrollbar-track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#071C26;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10px;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" y="357399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draggable thumb */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" y="382545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::-webkit-scrollbar-thumb {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" y="407691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#00BCD4;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" y="432837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10px;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804672" y="457983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#071C26;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78100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219456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Scrollbar Anatomy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901184" y="1353312"/>
            <a:ext cx="201168" cy="1828800"/>
          </a:xfrm>
          <a:prstGeom prst="rect">
            <a:avLst/>
          </a:prstGeom>
          <a:solidFill>
            <a:srgbClr val="0A2535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01184" y="1664208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01184" y="1389888"/>
            <a:ext cx="201168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01184" y="1408176"/>
            <a:ext cx="2011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4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5175504" y="1408176"/>
            <a:ext cx="1828800" cy="237744"/>
          </a:xfrm>
          <a:prstGeom prst="rect">
            <a:avLst/>
          </a:prstGeom>
          <a:solidFill>
            <a:srgbClr val="020C1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193792" y="1408176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77456" y="1426464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bar — set width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75504" y="1755648"/>
            <a:ext cx="1828800" cy="237744"/>
          </a:xfrm>
          <a:prstGeom prst="rect">
            <a:avLst/>
          </a:prstGeom>
          <a:solidFill>
            <a:srgbClr val="020C1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193792" y="175564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::-webkit-scrollbar-track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077456" y="177393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background/rail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175504" y="2103120"/>
            <a:ext cx="1828800" cy="237744"/>
          </a:xfrm>
          <a:prstGeom prst="rect">
            <a:avLst/>
          </a:prstGeom>
          <a:solidFill>
            <a:srgbClr val="020C10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193792" y="210312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::-webkit-scrollbar-thumb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77456" y="2121408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draggable part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75504" y="2450592"/>
            <a:ext cx="1828800" cy="237744"/>
          </a:xfrm>
          <a:prstGeom prst="rect">
            <a:avLst/>
          </a:prstGeom>
          <a:solidFill>
            <a:srgbClr val="020C1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193792" y="2450592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::-webkit-scrollbar-button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077456" y="246888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Up/down arrow buttons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175504" y="2798064"/>
            <a:ext cx="1828800" cy="237744"/>
          </a:xfrm>
          <a:prstGeom prst="rect">
            <a:avLst/>
          </a:prstGeom>
          <a:solidFill>
            <a:srgbClr val="020C10"/>
          </a:solidFill>
          <a:ln w="12700">
            <a:solidFill>
              <a:srgbClr val="80B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193792" y="2798064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::-webkit-scrollbar-corner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077456" y="281635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intersection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3236976"/>
            <a:ext cx="4041648" cy="1810512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236976"/>
            <a:ext cx="4041648" cy="50292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56048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8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Firefox &amp; scrollbar-width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28032" y="3621024"/>
            <a:ext cx="3913632" cy="1353312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828032" y="3621024"/>
            <a:ext cx="3913632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946904" y="370332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5093208" y="370332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5239512" y="370332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394960" y="3666744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901184" y="3922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20640" y="392277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Firefox (simpler) */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4901184" y="4174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120640" y="41742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A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scrollbar-width: thin;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4901184" y="4425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120640" y="44256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5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scrollbar-color: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4901184" y="4677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20640" y="46771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D5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#00BCD4 #071C26; }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Responsive Portfolio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mobile-first grid, media queries, custom scrollbar —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--clr-bg:     #040F14;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--clr-card:   #071C26;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--clr-accent: #00BCD4;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--clr-text:   #E0F7FA;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--gap:        1.5rem;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    12px;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var(--clr-bg);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var(--clr-text);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Trebuchet MS;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4672" y="42565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 base */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" y="4507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.portfolio-grid {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57200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" y="47594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1fr;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20C10"/>
          </a:solidFill>
          <a:ln w="12700">
            <a:solidFill>
              <a:srgbClr val="0D2E3A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10809"/>
          </a:solidFill>
          <a:ln w="12700">
            <a:solidFill>
              <a:srgbClr val="0108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5666"/>
                </a:solidFill>
              </a:rPr>
              <a:t>style.css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var(--gap);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var(--gap);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Tablet+ */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.portfolio-grid {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repeat(2, 1fr);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Desktop+ */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1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.portfolio-grid {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5399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1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1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repeat(3, 1fr);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20640" y="50429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1F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85" name="Text 83"/>
          <p:cNvSpPr/>
          <p:nvPr/>
        </p:nvSpPr>
        <p:spPr>
          <a:xfrm>
            <a:off x="4901184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VISUAL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Page — 3 Breakpoints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HTML renders completely differently at each breakpoint.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2377440" cy="41330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2377440" cy="50292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024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 &lt; 768px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1353312"/>
            <a:ext cx="2121408" cy="292608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135331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 hamburger menu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" y="1700784"/>
            <a:ext cx="212140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1700784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(full width)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text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" y="2395728"/>
            <a:ext cx="2121408" cy="658368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" y="239572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column)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3127248"/>
            <a:ext cx="2121408" cy="658368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" y="312724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column)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" y="3858768"/>
            <a:ext cx="2121408" cy="658368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385876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column)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" y="4590288"/>
            <a:ext cx="2121408" cy="512064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2064" y="459028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column)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6268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1fr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26080" y="969264"/>
            <a:ext cx="2852928" cy="41330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926080" y="969264"/>
            <a:ext cx="2852928" cy="50292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17520" y="1024128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Tablet  768px – 1023px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1353312"/>
            <a:ext cx="2670048" cy="292608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17520" y="135331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 Nav links  ·  CTA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17520" y="1700784"/>
            <a:ext cx="267004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017520" y="1700784"/>
            <a:ext cx="2670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full width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54096" y="2395728"/>
            <a:ext cx="1353312" cy="640080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054096" y="239572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2395728"/>
            <a:ext cx="1170432" cy="640080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480560" y="239572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54096" y="3127248"/>
            <a:ext cx="1353312" cy="640080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054096" y="312724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3127248"/>
            <a:ext cx="1170432" cy="640080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480560" y="3127248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80944" y="4846320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1fr 1fr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0" y="969264"/>
            <a:ext cx="2834640" cy="41330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943600" y="969264"/>
            <a:ext cx="283464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035040" y="10241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Desktop  1024px+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1353312"/>
            <a:ext cx="2651760" cy="292608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035040" y="13533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    Nav links     CTA btn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35040" y="1700784"/>
            <a:ext cx="2651760" cy="530352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35040" y="170078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Hero: text left | image right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71616" y="2304288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071616" y="230428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67728" y="2304288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67728" y="230428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63840" y="2304288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863840" y="230428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71616" y="2980944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71616" y="298094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67728" y="2980944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967728" y="298094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63840" y="2980944"/>
            <a:ext cx="841248" cy="585216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863840" y="298094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98464" y="4846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repeat(3,1fr)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40F14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Portfolio Page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CSS variables, responsive grid, custom scrollbar — all in one project.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B8C4"/>
                </a:solidFill>
              </a:rPr>
              <a:t>Breakpoints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B8C4"/>
                </a:solidFill>
              </a:rPr>
              <a:t>CSS vars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B8C4"/>
                </a:solidFill>
              </a:rPr>
              <a:t>Custom scrollbar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0A2535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B8C4"/>
                </a:solidFill>
              </a:rPr>
              <a:t>Dark mode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0DE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Add viewport meta tag to &lt;head&gt;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Define 8+ CSS variables in :root (colors, fonts, spacing)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Build mobile layout first — single column grid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Add @media (min-width:768px) for 2-column tablet layout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Add @media (min-width:1024px) for 3-column desktop layout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Style all elements using var() — no hardcoded hex values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Add prefers-color-scheme dark mode variant in :root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Style custom scrollbar (track, thumb, width, border-radius)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 on DevTools at 375px, 768px, 1440px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40F1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Share screenshot on all 3 breakpoints in comments!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40496" y="2249424"/>
            <a:ext cx="201168" cy="2706624"/>
          </a:xfrm>
          <a:prstGeom prst="rect">
            <a:avLst/>
          </a:prstGeom>
          <a:solidFill>
            <a:srgbClr val="0A253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540496" y="2286000"/>
            <a:ext cx="201168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229600" y="239572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←scrollbar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705856" y="2249424"/>
            <a:ext cx="2798064" cy="274320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2" name="Text 50"/>
          <p:cNvSpPr/>
          <p:nvPr/>
        </p:nvSpPr>
        <p:spPr>
          <a:xfrm>
            <a:off x="5705856" y="2249424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navbar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705856" y="2560320"/>
            <a:ext cx="2798064" cy="512064"/>
          </a:xfrm>
          <a:prstGeom prst="rect">
            <a:avLst/>
          </a:prstGeom>
          <a:solidFill>
            <a:srgbClr val="0A2535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705856" y="2560320"/>
            <a:ext cx="2798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(CSS vars for colors)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42432" y="3145536"/>
            <a:ext cx="129844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742432" y="314553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1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32320" y="3145536"/>
            <a:ext cx="129844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132320" y="314553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1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42432" y="3858768"/>
            <a:ext cx="129844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742432" y="3858768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1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132320" y="3858768"/>
            <a:ext cx="1298448" cy="621792"/>
          </a:xfrm>
          <a:prstGeom prst="rect">
            <a:avLst/>
          </a:prstGeom>
          <a:solidFill>
            <a:srgbClr val="0A2535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132320" y="3858768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1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05856" y="4645152"/>
            <a:ext cx="2798064" cy="256032"/>
          </a:xfrm>
          <a:prstGeom prst="rect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705856" y="464515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11 — JavaScript begins!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(min-width: Xpx) { } applies CSS when screen is at least X pixels wide. Prefer min-width (mobile-first).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00E5C7">
              <a:alpha val="18000"/>
            </a:srgbClr>
          </a:solidFill>
          <a:ln w="12700">
            <a:solidFill>
              <a:srgbClr val="00E5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Mobile-first: write base CSS for mobile, then enhance with min-width media queries. Always add viewport meta tag.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C6FF00">
              <a:alpha val="18000"/>
            </a:srgbClr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variables: define in :root { --name: value; } and use with var(--name). Change once, updates everywhere.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FFB300">
              <a:alpha val="18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::-webkit-scrollbar, ::-webkit-scrollbar-track, ::-webkit-scrollbar-thumb style the scrollbar in Chrome/Edge/Safari.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AA00FF">
              <a:alpha val="18000"/>
            </a:srgbClr>
          </a:solidFill>
          <a:ln w="12700">
            <a:solidFill>
              <a:srgbClr val="AA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(prefers-color-scheme: dark) + CSS variables = automatic dark mode with zero JavaScript required.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11: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Day 6 page at 375px, 768px, 1440px using DevTools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68880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323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hardcoded colors to CSS variables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80944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80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443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dark mode using prefers-color-scheme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93008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56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scrollbar to match your color scheme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4005072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96849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media query breakpoints to your portfolio page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517136"/>
            <a:ext cx="219456" cy="219456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517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0F14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480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all 3 screenshots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828800"/>
            <a:ext cx="5852160" cy="5852160"/>
          </a:xfrm>
          <a:prstGeom prst="ellipse">
            <a:avLst/>
          </a:prstGeom>
          <a:solidFill>
            <a:srgbClr val="00BCD4">
              <a:alpha val="8000"/>
            </a:srgbClr>
          </a:solidFill>
          <a:ln w="12700">
            <a:solidFill>
              <a:srgbClr val="00BCD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00E5C7">
              <a:alpha val="5000"/>
            </a:srgbClr>
          </a:solidFill>
          <a:ln w="12700">
            <a:solidFill>
              <a:srgbClr val="00E5C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C6FF00">
              <a:alpha val="4000"/>
            </a:srgbClr>
          </a:solidFill>
          <a:ln w="12700">
            <a:solidFill>
              <a:srgbClr val="C6FF00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00BCD4">
              <a:alpha val="14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80DE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10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0B8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Week: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COMPLETE!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21762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of CSS — selectors, layouts, animations, grid and responsive design. You're a CSS developer.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24912"/>
            <a:ext cx="6400800" cy="12801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24912"/>
            <a:ext cx="2133600" cy="12801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04616" y="2688336"/>
            <a:ext cx="201168" cy="20116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/ 30  •  CSS Complete!  •  33.3%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93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starts Day 11: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Fundamentals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operators, functions — the programming language of the web.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882896"/>
            <a:ext cx="2212848" cy="40233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97280" y="4882896"/>
            <a:ext cx="221284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4882896"/>
            <a:ext cx="2212848" cy="40233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93008" y="4882896"/>
            <a:ext cx="221284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93008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'CSS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88736" y="4882896"/>
            <a:ext cx="2212848" cy="402336"/>
          </a:xfrm>
          <a:prstGeom prst="rect">
            <a:avLst/>
          </a:prstGeom>
          <a:solidFill>
            <a:srgbClr val="071C26"/>
          </a:solidFill>
          <a:ln w="12700">
            <a:solidFill>
              <a:srgbClr val="0D2E3A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88736" y="4882896"/>
            <a:ext cx="2212848" cy="502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88736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1845</Words>
  <Application>Microsoft Office PowerPoint</Application>
  <PresentationFormat>On-screen Show (16:9)</PresentationFormat>
  <Paragraphs>483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– Responsive Design, CSS Variables &amp; Custom Scrollbar</dc:title>
  <dc:subject>PptxGenJS Presentation</dc:subject>
  <dc:creator>PptxGenJS</dc:creator>
  <cp:lastModifiedBy>Ajay Solanki</cp:lastModifiedBy>
  <cp:revision>5</cp:revision>
  <dcterms:created xsi:type="dcterms:W3CDTF">2026-05-29T10:44:19Z</dcterms:created>
  <dcterms:modified xsi:type="dcterms:W3CDTF">2026-06-01T05:15:31Z</dcterms:modified>
</cp:coreProperties>
</file>