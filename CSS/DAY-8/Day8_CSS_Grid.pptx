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42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1565FF">
              <a:alpha val="9000"/>
            </a:srgbClr>
          </a:solidFill>
          <a:ln w="12700">
            <a:solidFill>
              <a:srgbClr val="1565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00E5FF">
              <a:alpha val="5000"/>
            </a:srgbClr>
          </a:solidFill>
          <a:ln w="12700">
            <a:solidFill>
              <a:srgbClr val="00E5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828800" cy="1828800"/>
          </a:xfrm>
          <a:prstGeom prst="ellipse">
            <a:avLst/>
          </a:prstGeom>
          <a:solidFill>
            <a:srgbClr val="76FF03">
              <a:alpha val="3000"/>
            </a:srgbClr>
          </a:solidFill>
          <a:ln w="12700">
            <a:solidFill>
              <a:srgbClr val="76FF03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F4FF"/>
                </a:solidFill>
              </a:rPr>
              <a:t>DAY 8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Grid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layouts made effortless. Rows AND columns at the same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2029968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Container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706624"/>
            <a:ext cx="2029968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33472" y="270662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2706624"/>
            <a:ext cx="2029968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9744" y="270662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Areas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2029968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 &amp; minmax()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33472" y="3182112"/>
            <a:ext cx="2029968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33472" y="318211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vs Flexbox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4187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Core Concepts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84832" y="37673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84832" y="4187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Properties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12464" y="37673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FF"/>
                </a:solidFill>
                <a:latin typeface="Consolas" pitchFamily="34" charset="0"/>
              </a:rPr>
              <a:t>In Shot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712464" y="4187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Video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0096" y="37673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40096" y="4187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Page Layout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3AA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50608" y="822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 1fr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50608" y="1261872"/>
            <a:ext cx="512064" cy="585216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50608" y="126187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99248" y="1261872"/>
            <a:ext cx="512064" cy="585216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99248" y="126187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47888" y="1261872"/>
            <a:ext cx="512064" cy="585216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47888" y="126187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50608" y="1901952"/>
            <a:ext cx="512064" cy="585216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50608" y="190195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99248" y="1901952"/>
            <a:ext cx="512064" cy="585216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99248" y="190195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47888" y="1901952"/>
            <a:ext cx="512064" cy="585216"/>
          </a:xfrm>
          <a:prstGeom prst="rect">
            <a:avLst/>
          </a:prstGeom>
          <a:solidFill>
            <a:srgbClr val="D500F9">
              <a:alpha val="26000"/>
            </a:srgbClr>
          </a:solidFill>
          <a:ln w="12700">
            <a:solidFill>
              <a:srgbClr val="D500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247888" y="190195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500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50608" y="2542032"/>
            <a:ext cx="512064" cy="585216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50608" y="254203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99248" y="2542032"/>
            <a:ext cx="512064" cy="585216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99248" y="254203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247888" y="2542032"/>
            <a:ext cx="512064" cy="585216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47888" y="2542032"/>
            <a:ext cx="5120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50608" y="3218688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grid-template-areas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50608" y="3474720"/>
            <a:ext cx="1700784" cy="347472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150608" y="347472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0608" y="3858768"/>
            <a:ext cx="512064" cy="347472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150608" y="3858768"/>
            <a:ext cx="512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699248" y="3858768"/>
            <a:ext cx="676656" cy="347472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699248" y="3858768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412480" y="3858768"/>
            <a:ext cx="457200" cy="347472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412480" y="38587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50608" y="4242816"/>
            <a:ext cx="1700784" cy="347472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150608" y="424281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0"/>
                </a:solidFill>
              </a:rPr>
              <a:t>Day 8  •  CSS Grid Layout  •  40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FF4081">
              <a:alpha val="18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vs Flexbox — When to Use What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vs 2D, row-based vs column-based, combining both in real projects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FF4081">
              <a:alpha val="1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081"/>
                </a:solidFill>
              </a:rPr>
              <a:t>~5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1565FF">
              <a:alpha val="18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Container Properties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display:grid, grid-template-columns/rows, gap, grid-auto-flow, align/justify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1565FF">
              <a:alpha val="1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FF"/>
                </a:solidFill>
              </a:rPr>
              <a:t>~10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 Unit &amp; minmax()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fractions, minmax(), repeat(), auto-fill, auto-fit, clamp()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00E5FF">
              <a:alpha val="1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</a:rPr>
              <a:t>~8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76FF03">
              <a:alpha val="18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Template Areas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areas, grid-area, place-items, shorthand, multi-column spans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76FF03">
              <a:alpha val="1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6FF03"/>
                </a:solidFill>
              </a:rPr>
              <a:t>~9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FFAB00">
              <a:alpha val="18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Item Placement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grid-column, grid-row, span keyword, z-index overlap, auto placement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FFAB00">
              <a:alpha val="1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AB00"/>
                </a:solidFill>
              </a:rPr>
              <a:t>~7 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1565FF">
              <a:alpha val="10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6928" y="49194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FFF"/>
                </a:solidFill>
              </a:rPr>
              <a:t>PROJECT: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53312" y="4919472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</a:rPr>
              <a:t>Full Page Layout — header, nav, main, sidebar, footer built entirely with CSS Grid and named template areas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F4FF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vs Flexbox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layout tools — but they solve different problems. Use both together!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114800" cy="40965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114800" cy="5029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1389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3840480" cy="658368"/>
          </a:xfrm>
          <a:prstGeom prst="rect">
            <a:avLst/>
          </a:prstGeom>
          <a:solidFill>
            <a:srgbClr val="102038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700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4081"/>
                </a:solidFill>
              </a:rPr>
              <a:t>← ONE direction (row OR column) 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1975104"/>
            <a:ext cx="1078992" cy="329184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197510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65376" y="1975104"/>
            <a:ext cx="1078992" cy="329184"/>
          </a:xfrm>
          <a:prstGeom prst="rect">
            <a:avLst/>
          </a:prstGeom>
          <a:solidFill>
            <a:srgbClr val="FF80AB">
              <a:alpha val="26000"/>
            </a:srgbClr>
          </a:solidFill>
          <a:ln w="12700">
            <a:solidFill>
              <a:srgbClr val="FF80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65376" y="197510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72384" y="1975104"/>
            <a:ext cx="1078992" cy="329184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197510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6928" y="2542032"/>
            <a:ext cx="128016" cy="12801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8096" y="250545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layout — one row OR one column at a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889504"/>
            <a:ext cx="128016" cy="12801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8096" y="285292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Content-driven — items size themselves to content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236976"/>
            <a:ext cx="128016" cy="12801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8096" y="320040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navbars, button groups, card rows, form fields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584448"/>
            <a:ext cx="128016" cy="12801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8096" y="35478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grow/shrink with flex-grow/flex-shrink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931920"/>
            <a:ext cx="128016" cy="12801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8096" y="3895344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centres on the cross axis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206240"/>
            <a:ext cx="3858768" cy="658368"/>
          </a:xfrm>
          <a:prstGeom prst="rect">
            <a:avLst/>
          </a:prstGeom>
          <a:solidFill>
            <a:srgbClr val="102038"/>
          </a:solidFill>
          <a:ln w="12700">
            <a:solidFill>
              <a:srgbClr val="1A00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3232" y="42611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Flexbox for: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" y="44805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1D rows/columns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969264"/>
            <a:ext cx="4114800" cy="40965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45152" y="969264"/>
            <a:ext cx="41148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28032" y="1042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Grid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28032" y="1389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1700783"/>
            <a:ext cx="3840480" cy="920931"/>
          </a:xfrm>
          <a:prstGeom prst="rect">
            <a:avLst/>
          </a:prstGeom>
          <a:solidFill>
            <a:srgbClr val="102038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28032" y="1700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65FF"/>
                </a:solidFill>
              </a:rPr>
              <a:t>← rows AND columns simultaneously →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01184" y="1975104"/>
            <a:ext cx="1115568" cy="256032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089904" y="1975104"/>
            <a:ext cx="1115568" cy="256032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78624" y="1975104"/>
            <a:ext cx="1115568" cy="256032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01184" y="2267712"/>
            <a:ext cx="1115568" cy="256032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089904" y="2267712"/>
            <a:ext cx="1115568" cy="256032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78624" y="2267712"/>
            <a:ext cx="1115568" cy="256032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828032" y="2694867"/>
            <a:ext cx="128016" cy="12801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0" y="262432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 — rows AND columns simultaneously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2889504"/>
            <a:ext cx="128016" cy="12801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29200" y="285292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Layout-driven — designer decides the structure first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28032" y="3236976"/>
            <a:ext cx="128016" cy="12801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29200" y="320040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full pages, dashboards, photo galleries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28032" y="3584448"/>
            <a:ext cx="128016" cy="12801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029200" y="35478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names regions visually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28032" y="3931920"/>
            <a:ext cx="128016" cy="12801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29200" y="3895344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span multiple rows AND columns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8032" y="4206240"/>
            <a:ext cx="3858768" cy="658368"/>
          </a:xfrm>
          <a:prstGeom prst="rect">
            <a:avLst/>
          </a:prstGeom>
          <a:solidFill>
            <a:srgbClr val="102038"/>
          </a:solidFill>
          <a:ln w="12700">
            <a:solidFill>
              <a:srgbClr val="00040F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74336" y="42611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Grid for: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74336" y="44805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layouts &amp; complex 2D structures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F4FF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Container Properties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to the parent element to define the grid's columns, rows, and gaps.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3 equal columns */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1fr 1fr 1fr;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OR shorthand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repeat(3, 1fr);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3 rows */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1fr auto;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3504" y="45217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Gutters */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47137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1584525" y="47137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column-gap: 2rem;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51560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19472" y="105156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00800" y="102412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element into a grid container. Children become grid items automatically.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773168" y="1485900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485900"/>
            <a:ext cx="50292" cy="4389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901184" y="1568196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19472" y="15681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00800" y="15407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column track sizes. e.g. 200px 1fr 1fr creates fixed+flexible layout.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73168" y="2002536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002536"/>
            <a:ext cx="50292" cy="43891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2084832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19472" y="208483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00800" y="2057400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row track sizes. auto = row grows to fit content. 1fr = equal fraction.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4773168" y="2519172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2519172"/>
            <a:ext cx="50292" cy="43891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2601468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19472" y="26014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/ column-gap / row-gap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400800" y="257403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grid tracks. gap:1rem 2rem = row-gap 1rem, column-gap 2rem.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773168" y="3035808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35808"/>
            <a:ext cx="50292" cy="43891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3118104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19472" y="3118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4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grid-auto-flow: column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400800" y="3090672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item placement direction. Default is row. column stacks items vertically.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773168" y="3552444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73168" y="3552444"/>
            <a:ext cx="50292" cy="438912"/>
          </a:xfrm>
          <a:prstGeom prst="rect">
            <a:avLst/>
          </a:prstGeom>
          <a:solidFill>
            <a:srgbClr val="D500F9"/>
          </a:solidFill>
          <a:ln w="12700">
            <a:solidFill>
              <a:srgbClr val="D500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901184" y="3634740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D500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19472" y="36347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50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justify-items: center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400800" y="360730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inside their cells horizontally. start | center | end | stretch.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773168" y="4069080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773168" y="4069080"/>
            <a:ext cx="50292" cy="438912"/>
          </a:xfrm>
          <a:prstGeom prst="rect">
            <a:avLst/>
          </a:prstGeom>
          <a:solidFill>
            <a:srgbClr val="D500F9"/>
          </a:solidFill>
          <a:ln w="12700">
            <a:solidFill>
              <a:srgbClr val="D500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4901184" y="4151376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D500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919472" y="415137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50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400800" y="412394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inside their cells vertically. start | center | end | stretch.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4773168" y="4585716"/>
            <a:ext cx="4041648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4585716"/>
            <a:ext cx="50292" cy="438912"/>
          </a:xfrm>
          <a:prstGeom prst="rect">
            <a:avLst/>
          </a:prstGeom>
          <a:solidFill>
            <a:srgbClr val="EA80FC"/>
          </a:solidFill>
          <a:ln w="12700">
            <a:solidFill>
              <a:srgbClr val="EA80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01184" y="4668012"/>
            <a:ext cx="1426464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EA80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919472" y="466801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A8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place-items: center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400800" y="4640580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align-items + justify-items. place-items: center centres everything.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A14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 Unit &amp; minmax()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= fraction of available space. The most powerful unit in CSS Grid.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fr — fraction unit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1fr 1fr 1fr;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 equal columns */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1fr 2fr 1fr;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middle gets double space */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3055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repeat() shorthand */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5067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repeat(4, 1fr)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37719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 1fr 1fr 1fr 1fr */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39913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minmax() — min AND max */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minmax(200px, 1fr)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94944" y="4460313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min 200px, max 1fr */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auto-fill responsive */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95097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060704"/>
            <a:ext cx="3785616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19472" y="1060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 1fr 1fr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19472" y="1389888"/>
            <a:ext cx="1225296" cy="25603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19472" y="138988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99632" y="1389888"/>
            <a:ext cx="1225296" cy="256032"/>
          </a:xfrm>
          <a:prstGeom prst="rect">
            <a:avLst/>
          </a:prstGeom>
          <a:solidFill>
            <a:srgbClr val="6B9FFF">
              <a:alpha val="30000"/>
            </a:srgbClr>
          </a:solidFill>
          <a:ln w="12700">
            <a:solidFill>
              <a:srgbClr val="6B9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199632" y="138988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79792" y="1389888"/>
            <a:ext cx="1225296" cy="25603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79792" y="138988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01184" y="1682496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equal columns — each gets 1/3 of available space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73168" y="1993392"/>
            <a:ext cx="4041648" cy="95097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773168" y="1993392"/>
            <a:ext cx="4041648" cy="5029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901184" y="2084832"/>
            <a:ext cx="3785616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19472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 2fr 1fr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19472" y="2414016"/>
            <a:ext cx="909828" cy="256032"/>
          </a:xfrm>
          <a:prstGeom prst="rect">
            <a:avLst/>
          </a:prstGeom>
          <a:solidFill>
            <a:srgbClr val="76FF03">
              <a:alpha val="30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19472" y="2414016"/>
            <a:ext cx="909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884164" y="2414016"/>
            <a:ext cx="1856232" cy="256032"/>
          </a:xfrm>
          <a:prstGeom prst="rect">
            <a:avLst/>
          </a:prstGeom>
          <a:solidFill>
            <a:srgbClr val="6B9FFF">
              <a:alpha val="30000"/>
            </a:srgbClr>
          </a:solidFill>
          <a:ln w="12700">
            <a:solidFill>
              <a:srgbClr val="6B9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884164" y="2414016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95260" y="2414016"/>
            <a:ext cx="909828" cy="256032"/>
          </a:xfrm>
          <a:prstGeom prst="rect">
            <a:avLst/>
          </a:prstGeom>
          <a:solidFill>
            <a:srgbClr val="76FF03">
              <a:alpha val="30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795260" y="2414016"/>
            <a:ext cx="909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01184" y="2706624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gets twice the space — great for content + sidebars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73168" y="3017520"/>
            <a:ext cx="4041648" cy="95097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4773168" y="3017520"/>
            <a:ext cx="4041648" cy="5029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901184" y="3108960"/>
            <a:ext cx="3785616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19472" y="3108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 1fr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919472" y="3438144"/>
            <a:ext cx="1225296" cy="256032"/>
          </a:xfrm>
          <a:prstGeom prst="rect">
            <a:avLst/>
          </a:prstGeom>
          <a:solidFill>
            <a:srgbClr val="FFAB00">
              <a:alpha val="30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919472" y="343814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199632" y="3438144"/>
            <a:ext cx="2487168" cy="256032"/>
          </a:xfrm>
          <a:prstGeom prst="rect">
            <a:avLst/>
          </a:prstGeom>
          <a:solidFill>
            <a:srgbClr val="6B9FFF">
              <a:alpha val="30000"/>
            </a:srgbClr>
          </a:solidFill>
          <a:ln w="12700">
            <a:solidFill>
              <a:srgbClr val="6B9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199632" y="343814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01184" y="3730752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200px sidebar + flexible main content area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73168" y="4041648"/>
            <a:ext cx="4041648" cy="95097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773168" y="4041648"/>
            <a:ext cx="404164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4901184" y="4133088"/>
            <a:ext cx="3785616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919472" y="4133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repeat(auto-fit, minmax(250px,1fr))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919472" y="4462272"/>
            <a:ext cx="1225296" cy="256032"/>
          </a:xfrm>
          <a:prstGeom prst="rect">
            <a:avLst/>
          </a:prstGeom>
          <a:solidFill>
            <a:srgbClr val="1565FF">
              <a:alpha val="30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919472" y="446227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199632" y="4462272"/>
            <a:ext cx="1225296" cy="256032"/>
          </a:xfrm>
          <a:prstGeom prst="rect">
            <a:avLst/>
          </a:prstGeom>
          <a:solidFill>
            <a:srgbClr val="6B9FFF">
              <a:alpha val="30000"/>
            </a:srgbClr>
          </a:solidFill>
          <a:ln w="12700">
            <a:solidFill>
              <a:srgbClr val="6B9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199632" y="446227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479792" y="4462272"/>
            <a:ext cx="1225296" cy="256032"/>
          </a:xfrm>
          <a:prstGeom prst="rect">
            <a:avLst/>
          </a:prstGeom>
          <a:solidFill>
            <a:srgbClr val="1565FF">
              <a:alpha val="30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7479792" y="446227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901184" y="4754880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as many 250px+ columns as fit — THE grid trick!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84048" y="4828032"/>
            <a:ext cx="4224528" cy="274320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384048" y="4828032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502920" y="491032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649224" y="491032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795528" y="491032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950976" y="4873752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76656" y="42016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repeat(auto-fit, minmax(250px, 1fr))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A14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Template Areas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grid regions like a map — then assign HTML elements to those regions.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 {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200px 1fr;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1fr auto;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'header header'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'nav    main'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'footer footer';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4944" y="45308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Assign elements to areas */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57200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{ grid-area: header; }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4944" y="486330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.site-nav    { grid-area: nav;    }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354787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Layout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01184" y="1371600"/>
            <a:ext cx="3785616" cy="493776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01184" y="1371600"/>
            <a:ext cx="37856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01184" y="1901952"/>
            <a:ext cx="1078992" cy="1207008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01184" y="1901952"/>
            <a:ext cx="107899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16752" y="1901952"/>
            <a:ext cx="2670048" cy="1207008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016752" y="1901952"/>
            <a:ext cx="2670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01184" y="3145536"/>
            <a:ext cx="3785616" cy="384048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01184" y="314553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01184" y="3657600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grid-area: header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73168" y="4572000"/>
            <a:ext cx="4041648" cy="493776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901184" y="4626864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(dot) = empty cell in that position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01184" y="4828032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grid-template-areas: 'header header' 'nav .' 'footer footer'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84048" y="5029200"/>
            <a:ext cx="4224528" cy="256032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384048" y="5029200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502920" y="511149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49224" y="511149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95528" y="511149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950976" y="5074920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4944" y="471144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.site-main   { grid-area: main; }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A14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Item Placement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exactly which cells each item occupies using line numbers or span.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Grid lines are numbered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  2  3  4  (columns) */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Start col 1, end col 3 */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grid-column: 1 / 3;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Start row 2, end row 4 */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grid-row: 2 / 4;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Span keyword */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grid-column: span 2;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spans 2 columns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grid-row: span 3; </a:t>
            </a: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spans 3 rows */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56048" y="1042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grid-column: 1 / 3  (spans 2 cols)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01184" y="1353312"/>
            <a:ext cx="2249424" cy="493776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01184" y="1353312"/>
            <a:ext cx="22494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grid-column: 1/3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87184" y="1353312"/>
            <a:ext cx="1097280" cy="493776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187184" y="135331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01184" y="1920240"/>
            <a:ext cx="1097280" cy="493776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920240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53328" y="1920240"/>
            <a:ext cx="1097280" cy="493776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053328" y="1920240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05472" y="1920240"/>
            <a:ext cx="1097280" cy="493776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205472" y="1920240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73168" y="3163824"/>
            <a:ext cx="4041648" cy="190195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773168" y="3163824"/>
            <a:ext cx="404164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56048" y="3236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grid-row: span 2  (spans 2 rows)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01184" y="3547872"/>
            <a:ext cx="1097280" cy="1060704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01184" y="3547872"/>
            <a:ext cx="10972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071616" y="3547872"/>
            <a:ext cx="1097280" cy="493776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071616" y="354787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223760" y="3547872"/>
            <a:ext cx="1097280" cy="493776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223760" y="354787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071616" y="4096512"/>
            <a:ext cx="1097280" cy="493776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071616" y="409651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23760" y="4096512"/>
            <a:ext cx="1097280" cy="493776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223760" y="409651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73168" y="4720263"/>
            <a:ext cx="4041648" cy="274320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01184" y="4738551"/>
            <a:ext cx="3785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1 / -1  — spans ALL columns (go to last line)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F4FF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Full Page Layout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page layout — header, nav, main, sidebar, footer — with CSS Grid areas.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HTML structure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class='layout'&gt;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&lt;header&gt;Header&lt;/header&gt;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&lt;nav&gt;Sidebar Nav&lt;/nav&gt;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&lt;main&gt;Main Content&lt;/main&gt;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&lt;aside&gt;Side Panel&lt;/aside&gt;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4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&lt;footer&gt;Footer&lt;/footer&gt;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Grid Layout */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 {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220px 1fr 280px;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2002536" y="4782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80px 1fr 60px;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'header header header'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'nav    main   aside'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AF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'footer footer footer';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 grid-area: header; }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   { grid-area: nav;    }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{ grid-area: main;   }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  { grid-area: aside;  }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4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{ grid-area: footer; }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1946" y="425849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Responsive: stack on mobile */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02352" y="4468803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50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@media(max-width:768px){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5102352" y="4618373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8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.layout{</a:t>
            </a:r>
            <a:endParaRPr lang="en-US" sz="980" dirty="0"/>
          </a:p>
        </p:txBody>
      </p:sp>
      <p:sp>
        <p:nvSpPr>
          <p:cNvPr id="85" name="Text 83"/>
          <p:cNvSpPr/>
          <p:nvPr/>
        </p:nvSpPr>
        <p:spPr>
          <a:xfrm>
            <a:off x="4901184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38344" y="4795375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8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grid-template-columns:1fr; }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A14"/>
                </a:solidFill>
              </a:rPr>
              <a:t>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 Grid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real-world patterns you'll use on every project — copy and adapt.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2798064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2798064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104241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Auto-responsive Card Grid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389888"/>
            <a:ext cx="2596896" cy="1920240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" y="1389888"/>
            <a:ext cx="2596896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14721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0664" y="14721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86968" y="14721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42416" y="143560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16916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48640" y="19431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" y="194310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repeat(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48640" y="2194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21945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auto-fit,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8640" y="2446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244602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minmax(250px,1fr)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48640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" y="26974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48640" y="2948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" y="29489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1.5rem;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12064" y="34015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for card grids. Cards are minimum 250px, fill available space. Automatically wraps to new rows — no media queries needed!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" y="4174236"/>
            <a:ext cx="749808" cy="420624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16736" y="4174236"/>
            <a:ext cx="749808" cy="420624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167128" y="4174236"/>
            <a:ext cx="749808" cy="420624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7245" y="4645152"/>
            <a:ext cx="749808" cy="420624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316736" y="4663440"/>
            <a:ext cx="749808" cy="420624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00984" y="969264"/>
            <a:ext cx="2798064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300984" y="969264"/>
            <a:ext cx="2798064" cy="5029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429000" y="104241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Holy Grail Layout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92424" y="1389888"/>
            <a:ext cx="2596896" cy="1920240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392424" y="1389888"/>
            <a:ext cx="2596896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511296" y="14721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657600" y="14721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803904" y="14721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959352" y="143560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65576" y="1691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85032" y="16916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grid-template-areas: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465576" y="19431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85032" y="194310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'header header header'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3465576" y="2194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85032" y="21945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'nav    main   aside'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3465576" y="2446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85032" y="244602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'footer footer footer';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3465576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85032" y="26974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3465576" y="2948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685032" y="29489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180px 1fr 220px;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3429000" y="34015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page layout: sticky header, left nav, main content, right sidebar, full-width footer. Works at any screen width.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17920" y="969264"/>
            <a:ext cx="2798064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217920" y="969264"/>
            <a:ext cx="2798064" cy="5029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345936" y="104241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Grid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09360" y="1389888"/>
            <a:ext cx="2596896" cy="1920240"/>
          </a:xfrm>
          <a:prstGeom prst="rect">
            <a:avLst/>
          </a:prstGeom>
          <a:solidFill>
            <a:srgbClr val="030810"/>
          </a:solidFill>
          <a:ln w="12700">
            <a:solidFill>
              <a:srgbClr val="0D2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309360" y="1389888"/>
            <a:ext cx="2596896" cy="256032"/>
          </a:xfrm>
          <a:prstGeom prst="rect">
            <a:avLst/>
          </a:prstGeom>
          <a:solidFill>
            <a:srgbClr val="020508"/>
          </a:solidFill>
          <a:ln w="12700">
            <a:solidFill>
              <a:srgbClr val="020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28232" y="14721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574536" y="14721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720840" y="14721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876288" y="143560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A6A"/>
                </a:solidFill>
              </a:rPr>
              <a:t>style.css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82512" y="1691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601968" y="16916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6382512" y="19431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601968" y="194310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repeat(12, 1fr);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6382512" y="2194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601968" y="21945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 span to size */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6382512" y="2446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601968" y="244602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.widget-big {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6382512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601968" y="26974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grid-column: span 8; }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6382512" y="2948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601968" y="29489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6574536" y="3019806"/>
            <a:ext cx="2798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.widget-sm{grid-column:span4;}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6345936" y="34015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12-column grid (like Bootstrap). Wide widgets span 8 columns, narrow span 4. Pixel-perfect control for dashboards and CMS layouts.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F4FF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Page Layout with CSS Grid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page layout using grid-template-areas and named regions.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Grid areas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Column tracks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Responsive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0203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</a:rPr>
              <a:t>Media queries*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Create .layout with display:grid and 3 column tracks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7363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49931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Define grid-template-areas with header/nav/main/aside/footer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49854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242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Set grid-template-rows: 80px 1fr 60px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2346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19491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Add gap: 1rem between all grid cells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494837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67405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Assign each HTML element its grid-area name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67328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3989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Make header and footer span all 3 columns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39819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12387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Add a card gallery inside main using auto-fit minmax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12310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8487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Add min-height:100vh so grid fills the screen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84802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5737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Show grid overlay in DevTools — inspect your tracks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57293"/>
            <a:ext cx="201168" cy="201168"/>
          </a:xfrm>
          <a:prstGeom prst="rect">
            <a:avLst/>
          </a:prstGeom>
          <a:solidFill>
            <a:srgbClr val="050A14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29861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Make layout stack vertically on mobile with @media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329184"/>
          </a:xfrm>
          <a:prstGeom prst="rect">
            <a:avLst/>
          </a:prstGeom>
          <a:solidFill>
            <a:srgbClr val="1565FF">
              <a:alpha val="26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05856" y="2249424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05856" y="2615184"/>
            <a:ext cx="877824" cy="1389888"/>
          </a:xfrm>
          <a:prstGeom prst="rect">
            <a:avLst/>
          </a:prstGeom>
          <a:solidFill>
            <a:srgbClr val="00E5FF">
              <a:alpha val="26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05856" y="2615184"/>
            <a:ext cx="877824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20256" y="2615184"/>
            <a:ext cx="1335024" cy="1389888"/>
          </a:xfrm>
          <a:prstGeom prst="rect">
            <a:avLst/>
          </a:prstGeom>
          <a:solidFill>
            <a:srgbClr val="76FF03">
              <a:alpha val="26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620256" y="2615184"/>
            <a:ext cx="1335024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991856" y="2615184"/>
            <a:ext cx="731520" cy="1389888"/>
          </a:xfrm>
          <a:prstGeom prst="rect">
            <a:avLst/>
          </a:prstGeom>
          <a:solidFill>
            <a:srgbClr val="FFAB00">
              <a:alpha val="26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991856" y="2615184"/>
            <a:ext cx="7315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05856" y="4041648"/>
            <a:ext cx="3054096" cy="329184"/>
          </a:xfrm>
          <a:prstGeom prst="rect">
            <a:avLst/>
          </a:prstGeom>
          <a:solidFill>
            <a:srgbClr val="FF4081">
              <a:alpha val="26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705856" y="40416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56832" y="2651760"/>
            <a:ext cx="585216" cy="566928"/>
          </a:xfrm>
          <a:prstGeom prst="rect">
            <a:avLst/>
          </a:prstGeom>
          <a:solidFill>
            <a:srgbClr val="6B9FFF">
              <a:alpha val="26000"/>
            </a:srgbClr>
          </a:solidFill>
          <a:ln w="12700">
            <a:solidFill>
              <a:srgbClr val="6B9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296912" y="2651760"/>
            <a:ext cx="585216" cy="566928"/>
          </a:xfrm>
          <a:prstGeom prst="rect">
            <a:avLst/>
          </a:prstGeom>
          <a:solidFill>
            <a:srgbClr val="80F2FF">
              <a:alpha val="26000"/>
            </a:srgbClr>
          </a:solidFill>
          <a:ln w="12700">
            <a:solidFill>
              <a:srgbClr val="8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656832" y="3291840"/>
            <a:ext cx="585216" cy="566928"/>
          </a:xfrm>
          <a:prstGeom prst="rect">
            <a:avLst/>
          </a:prstGeom>
          <a:solidFill>
            <a:srgbClr val="BAFF66">
              <a:alpha val="26000"/>
            </a:srgbClr>
          </a:solidFill>
          <a:ln w="12700">
            <a:solidFill>
              <a:srgbClr val="BAF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296912" y="3291840"/>
            <a:ext cx="585216" cy="566928"/>
          </a:xfrm>
          <a:prstGeom prst="rect">
            <a:avLst/>
          </a:prstGeom>
          <a:solidFill>
            <a:srgbClr val="FFD060">
              <a:alpha val="26000"/>
            </a:srgbClr>
          </a:solidFill>
          <a:ln w="12700">
            <a:solidFill>
              <a:srgbClr val="FFD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9 — CSS Animations &amp; Transitions!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FF4081">
              <a:alpha val="18000"/>
            </a:srgbClr>
          </a:solidFill>
          <a:ln w="12700">
            <a:solidFill>
              <a:srgbClr val="FF40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= 1D (row OR column). CSS Grid = 2D (rows AND columns). Use Grid for page layout, Flex for components.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1565FF">
              <a:alpha val="18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 and grid-template-rows define your tracks. Use repeat(3,1fr) for equal columns.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= fraction unit. 1fr = one share. repeat(auto-fit, minmax(250px,1fr)) = responsive cards with ZERO media queries.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76FF03">
              <a:alpha val="18000"/>
            </a:srgbClr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lets you name regions. Assign with grid-area on each child. . = empty cell.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FFAB00">
              <a:alpha val="18000"/>
            </a:srgbClr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1/3 places item on specific lines. span 2 = occupy 2 tracks. -1 = last line.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9: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your navbar from Day 7 inside a grid header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50592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140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photo gallery using auto-fit minmax(200px,1fr)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44368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07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2-column blog layout: main + sidebar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38144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015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grid-area to name all 5 sections of your page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931920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8953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Grid overlay in DevTools — inspect a real site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425696"/>
            <a:ext cx="219456" cy="219456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425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F4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grid layout screenshot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2011680"/>
            <a:ext cx="5852160" cy="5852160"/>
          </a:xfrm>
          <a:prstGeom prst="ellipse">
            <a:avLst/>
          </a:prstGeom>
          <a:solidFill>
            <a:srgbClr val="1565FF">
              <a:alpha val="8000"/>
            </a:srgbClr>
          </a:solidFill>
          <a:ln w="12700">
            <a:solidFill>
              <a:srgbClr val="1565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00E5FF">
              <a:alpha val="5000"/>
            </a:srgbClr>
          </a:solidFill>
          <a:ln w="12700">
            <a:solidFill>
              <a:srgbClr val="00E5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76FF03">
              <a:alpha val="4000"/>
            </a:srgbClr>
          </a:solidFill>
          <a:ln w="12700">
            <a:solidFill>
              <a:srgbClr val="76FF03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1565FF">
              <a:alpha val="14000"/>
            </a:srgbClr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B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8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B9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 Layouts.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Mastered.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 any page layout — header, sidebar, footer, cards — with CSS Grid.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06624"/>
            <a:ext cx="6400800" cy="12801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06624"/>
            <a:ext cx="1706880" cy="128016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977896" y="2670048"/>
            <a:ext cx="201168" cy="201168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7121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/ 30  •  26.7%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9: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Animations &amp; Transitions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transition, @keyframes, animation, transform — bring your layouts to life with smooth motion.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882896"/>
            <a:ext cx="2212848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97280" y="4882896"/>
            <a:ext cx="221284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4882896"/>
            <a:ext cx="2212848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93008" y="4882896"/>
            <a:ext cx="221284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93008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'Day 8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88736" y="4882896"/>
            <a:ext cx="2212848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88736" y="4882896"/>
            <a:ext cx="2212848" cy="50292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88736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2071</Words>
  <Application>Microsoft Office PowerPoint</Application>
  <PresentationFormat>On-screen Show (16:9)</PresentationFormat>
  <Paragraphs>478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– CSS Grid Layout</dc:title>
  <dc:subject>PptxGenJS Presentation</dc:subject>
  <dc:creator>PptxGenJS</dc:creator>
  <cp:lastModifiedBy>Ajay Solanki</cp:lastModifiedBy>
  <cp:revision>2</cp:revision>
  <dcterms:created xsi:type="dcterms:W3CDTF">2026-05-24T03:23:51Z</dcterms:created>
  <dcterms:modified xsi:type="dcterms:W3CDTF">2026-05-26T12:34:35Z</dcterms:modified>
</cp:coreProperties>
</file>