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388" autoAdjust="0"/>
  </p:normalViewPr>
  <p:slideViewPr>
    <p:cSldViewPr snapToGrid="0" snapToObjects="1">
      <p:cViewPr varScale="1">
        <p:scale>
          <a:sx n="114" d="100"/>
          <a:sy n="114" d="100"/>
        </p:scale>
        <p:origin x="398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504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F97316">
              <a:alpha val="7000"/>
            </a:srgbClr>
          </a:solidFill>
          <a:ln w="12700">
            <a:solidFill>
              <a:srgbClr val="F97316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32320" y="2743200"/>
            <a:ext cx="2743200" cy="274320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411480"/>
            <a:ext cx="1188720" cy="329184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4114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97316"/>
                </a:solidFill>
              </a:rPr>
              <a:t>DAY 1 OF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9D1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Fundamentals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HTML Basics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11480" y="254203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</a:rPr>
              <a:t>Your very first step into web development — from zero to your first real webpage.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3182112"/>
            <a:ext cx="201168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318211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7316"/>
                </a:solidFill>
              </a:rPr>
              <a:t>01  What is HTML?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0" y="3182112"/>
            <a:ext cx="201168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60320" y="318211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8A6FF"/>
                </a:solidFill>
              </a:rPr>
              <a:t>02  Document Structure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3182112"/>
            <a:ext cx="201168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09160" y="318211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FB950"/>
                </a:solidFill>
              </a:rPr>
              <a:t>03  Headings &amp; Paragraphs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3182112"/>
            <a:ext cx="201168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0" y="318211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C8CFF"/>
                </a:solidFill>
              </a:rPr>
              <a:t>04  Links &amp; Images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8587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11480" y="4279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Core Topics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8587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560320" y="4279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Subtopics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77555" y="38587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377555" y="4279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Day Project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-114169"/>
            <a:ext cx="1920240" cy="2935224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858000" y="-91440"/>
            <a:ext cx="1920240" cy="251591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924966" y="-4572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109191" y="-5708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306056" y="-58091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022592" y="228600"/>
            <a:ext cx="1675846" cy="25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10954" y="466344"/>
            <a:ext cx="1675846" cy="25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80197" y="614738"/>
            <a:ext cx="1675846" cy="25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80197" y="857053"/>
            <a:ext cx="1675846" cy="25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10954" y="1022755"/>
            <a:ext cx="1675846" cy="25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My Page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34477" y="1186236"/>
            <a:ext cx="1675846" cy="25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&lt;/title&gt;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34477" y="1420650"/>
            <a:ext cx="1675846" cy="25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34477" y="1610653"/>
            <a:ext cx="1675846" cy="25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34477" y="1775921"/>
            <a:ext cx="1675846" cy="25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&lt;h1&gt;Hello&lt;/h1&gt;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24966" y="1997052"/>
            <a:ext cx="1675846" cy="25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102394" y="2198870"/>
            <a:ext cx="1675846" cy="25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You'll Learn Today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4 topics  •  22 concepts  •  1 project 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0292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353312"/>
            <a:ext cx="438912" cy="438912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3533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2618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</a:rPr>
              <a:t>What is HTML?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162763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Internet vs web, browser, tags, attributes, VS Code setup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731520" cy="274320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955280" y="1417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</a:rPr>
              <a:t>~8 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21408"/>
            <a:ext cx="8412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121408"/>
            <a:ext cx="50292" cy="7772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438912" cy="438912"/>
          </a:xfrm>
          <a:prstGeom prst="ellipse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286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194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</a:rPr>
              <a:t>Document Structure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256032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DOCTYPE, html/head/body, title, meta tags, nesting, comments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0" y="2350008"/>
            <a:ext cx="731520" cy="274320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955280" y="23500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</a:rPr>
              <a:t>~7 min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054096"/>
            <a:ext cx="8412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054096"/>
            <a:ext cx="50292" cy="7772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48640" y="3218688"/>
            <a:ext cx="438912" cy="438912"/>
          </a:xfrm>
          <a:prstGeom prst="ellipse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3218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1272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</a:rPr>
              <a:t>Headings &amp; Paragraphs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349300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h1–h6, p, br, hr, ul/ol/li, strong, em, mark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55280" y="3282696"/>
            <a:ext cx="731520" cy="274320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955280" y="32826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</a:rPr>
              <a:t>~7 min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986784"/>
            <a:ext cx="8412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65760" y="3986784"/>
            <a:ext cx="50292" cy="7772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48640" y="4151376"/>
            <a:ext cx="438912" cy="438912"/>
          </a:xfrm>
          <a:prstGeom prst="ellipse">
            <a:avLst/>
          </a:prstGeom>
          <a:solidFill>
            <a:srgbClr val="BC8CFF">
              <a:alpha val="20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8640" y="41513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405993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</a:rPr>
              <a:t>Links &amp; Images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43000" y="442569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a tag, href, target, img, alt, relative vs absolute paths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55280" y="4215384"/>
            <a:ext cx="731520" cy="274320"/>
          </a:xfrm>
          <a:prstGeom prst="rect">
            <a:avLst/>
          </a:prstGeom>
          <a:solidFill>
            <a:srgbClr val="BC8CFF">
              <a:alpha val="20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955280" y="421538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</a:rPr>
              <a:t>~6 min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800600"/>
            <a:ext cx="8412480" cy="219456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48640" y="48006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97316"/>
                </a:solidFill>
              </a:rPr>
              <a:t>PROJECT TODAY: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74520" y="4800600"/>
            <a:ext cx="6675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Personal Info Page — build your first ever webpage live during this video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91440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TOPIC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HTML?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HyperText Markup Language — the skeleton of every webpage on the internet.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265176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26517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30352" y="1143000"/>
            <a:ext cx="502920" cy="384048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30352" y="11430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6276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The Internet vs The Web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02996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Internet = global network of computers (the road system). The Web (HTTP) = websites riding on top (the buildings on the road). HTML lives on the Web.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024128"/>
            <a:ext cx="265176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0" y="1024128"/>
            <a:ext cx="26517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364992" y="1143000"/>
            <a:ext cx="502920" cy="384048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64992" y="11430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16276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What is a Browser?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64992" y="202996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Chrome, Firefox, Safari read your HTML file and render it visually. Press F12 to open DevTools and see the HTML of ANY website live!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024128"/>
            <a:ext cx="265176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0" y="1024128"/>
            <a:ext cx="26517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99632" y="1143000"/>
            <a:ext cx="502920" cy="384048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99632" y="11430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99632" y="16276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HTML, CSS &amp; JavaScript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99632" y="202996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HTML = Structure (skeleton). CSS = Style (clothes &amp; design). JS = Behaviour (muscles &amp; movement). Today we master HTML.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8412480" cy="17739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4864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Anatomy of an HTML Tag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3749040"/>
            <a:ext cx="1280160" cy="438912"/>
          </a:xfrm>
          <a:prstGeom prst="rect">
            <a:avLst/>
          </a:prstGeom>
          <a:solidFill>
            <a:srgbClr val="1C2128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14400" y="37490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960" y="424281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8A6FF"/>
                </a:solidFill>
              </a:rPr>
              <a:t>Opening tag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31720" y="3749040"/>
            <a:ext cx="2011680" cy="438912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331720" y="37490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World!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331720" y="42428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B950"/>
                </a:solidFill>
              </a:rPr>
              <a:t>Content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80560" y="3749040"/>
            <a:ext cx="1371600" cy="438912"/>
          </a:xfrm>
          <a:prstGeom prst="rect">
            <a:avLst/>
          </a:prstGeom>
          <a:solidFill>
            <a:srgbClr val="1C2128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480560" y="37490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389120" y="424281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7B72"/>
                </a:solidFill>
              </a:rPr>
              <a:t>Closing tag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3657600"/>
            <a:ext cx="2468880" cy="621792"/>
          </a:xfrm>
          <a:prstGeom prst="rect">
            <a:avLst/>
          </a:prstGeom>
          <a:solidFill>
            <a:srgbClr val="1C2128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17920" y="365760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id=“para“ style=“ “&gt;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17920" y="43342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C8CFF"/>
                </a:solidFill>
              </a:rPr>
              <a:t>Attribute = name + value pair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91440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Setup — VS Code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Everything you need to install before writing your first line of HTML.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755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50292" cy="17556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113385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Download VS Code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73736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Go to code.visualstudio.com → Download for your OS (Windows / Mac / Linux). It's completely FREE.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523744"/>
            <a:ext cx="2194560" cy="182880"/>
          </a:xfrm>
          <a:prstGeom prst="rect">
            <a:avLst/>
          </a:prstGeom>
          <a:solidFill>
            <a:srgbClr val="58A6FF">
              <a:alpha val="1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52374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8A6FF"/>
                </a:solidFill>
              </a:rPr>
              <a:t>code.visualstudio.com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024128"/>
            <a:ext cx="4114800" cy="1755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1024128"/>
            <a:ext cx="50292" cy="17556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800600" y="118872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006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76672" y="113385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Install Live Server Extension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73736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In VS Code → Extensions (Ctrl+Shift+X) → Search 'Live Server' → Install by Ritwick Dey. This auto-reloads your browser when you save.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523744"/>
            <a:ext cx="2194560" cy="182880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00600" y="252374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</a:rPr>
              <a:t>Extension by Ritwick Dey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2990088"/>
            <a:ext cx="4114800" cy="1755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65760" y="2990088"/>
            <a:ext cx="50292" cy="17556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02920" y="3154680"/>
            <a:ext cx="457200" cy="4572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78992" y="309981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Create your first file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370332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New folder on desktop called 'day1'. Open folder in VS Code. Create file 'index.html'. This is the default filename browsers look for!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489704"/>
            <a:ext cx="2194560" cy="182880"/>
          </a:xfrm>
          <a:prstGeom prst="rect">
            <a:avLst/>
          </a:prstGeom>
          <a:solidFill>
            <a:srgbClr val="3FB950">
              <a:alpha val="18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2920" y="448970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</a:rPr>
              <a:t>File: index.html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2990088"/>
            <a:ext cx="4114800" cy="1755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663440" y="2990088"/>
            <a:ext cx="50292" cy="175564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800600" y="3154680"/>
            <a:ext cx="457200" cy="45720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006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76672" y="309981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Launch Live Server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370332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Right-click inside index.html → 'Open with Live Server'. Your browser opens at localhost:5500. Every save refreshes automatically!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4489704"/>
            <a:ext cx="2194560" cy="182880"/>
          </a:xfrm>
          <a:prstGeom prst="rect">
            <a:avLst/>
          </a:prstGeom>
          <a:solidFill>
            <a:srgbClr val="BC8CFF">
              <a:alpha val="1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00600" y="448970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C8CFF"/>
                </a:solidFill>
              </a:rPr>
              <a:t>localhost:5500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914400" cy="2926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TOPIC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 Document Structure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Every HTML file on Earth follows this exact same skeleton. Memorise it once — use it forever.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4114800" cy="39319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88136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7512" y="108813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32104" y="1088136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0352" y="132588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161848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191109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5144" y="1895497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210715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charset="UTF-8"/&gt;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5560" y="2342477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name="viewport"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523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content="width=device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269398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-width,initial-scale=1"/&gt;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" y="295351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&lt;title&gt;My Page&lt;/title&gt;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4652" y="3246121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0352" y="425196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3222" y="3466921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" y="366956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&lt;h1&gt;Hello, World!&lt;/h1&gt;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8761" y="387867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5144" y="422493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1005840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09160" y="1005840"/>
            <a:ext cx="50292" cy="5303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46320" y="10332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NOT a tag — a declaration. Tells browser this is HTML5. Always first line, always required.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1645920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09160" y="1645920"/>
            <a:ext cx="50292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46320" y="167335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lang='en'&gt;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1920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Root element wrapping everything. lang='en' tells screen readers the page language.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2286000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09160" y="2286000"/>
            <a:ext cx="50292" cy="5303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46320" y="231343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25603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Invisible to users. Holds metadata — title, character set, styles, and links.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2926080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09160" y="2926080"/>
            <a:ext cx="50292" cy="53035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46320" y="295351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charset&gt;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32004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UTF-8 supports all world characters — emojis, Hindi, Arabic, Chinese. Always include.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3566160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709160" y="3566160"/>
            <a:ext cx="50292" cy="5303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46320" y="35935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46320" y="38404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Text shown in browser tab and Google search results. Make it descriptive!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4206240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709160" y="4206240"/>
            <a:ext cx="50292" cy="5303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846320" y="42336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46320" y="44805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Everything here is visible to the user. All your content goes inside body.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91440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TOPIC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Headings &amp; Paragraphs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Structure your text content with the most commonly used HTML elements.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20624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078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</a:rPr>
              <a:t>Heading Hierarchy (h1 – h6)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61872" y="1463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</a:rPr>
              <a:t>Page Title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151790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Main page title — ONE per page!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0299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61872" y="2029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6FC"/>
                </a:solidFill>
              </a:rPr>
              <a:t>Page Title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208483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Section headings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259689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61872" y="25968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</a:rPr>
              <a:t>Page Title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0" y="26517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Sub-section headings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316382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&lt;h4&gt;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61872" y="31638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Page Title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32186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Smaller headings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37307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&lt;h5&gt;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61872" y="3730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Page Title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78561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Rarely used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&lt;h6&gt;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61872" y="4297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C"/>
                </a:solidFill>
              </a:rPr>
              <a:t>Page Title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435254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Smallest heading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402336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0" y="10789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</a:rPr>
              <a:t>Text Formatting Tags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1481328"/>
            <a:ext cx="822960" cy="23774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46320" y="14813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42432" y="149961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Paragraph — block of text. Browsers add space before and after.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1819656"/>
            <a:ext cx="822960" cy="23774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46320" y="181965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42432" y="183794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Bold text with semantic importance — for screen readers too.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2157984"/>
            <a:ext cx="822960" cy="23774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46320" y="215798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42432" y="217627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Italic text with emphasis. Use instead of &lt;i&gt; which has no meaning.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496312"/>
            <a:ext cx="822960" cy="23774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46320" y="249631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&lt;mark&gt;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42432" y="251460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Highlighted text — yellow background by default.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2834640"/>
            <a:ext cx="822960" cy="23774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46320" y="28346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42432" y="285292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Line break (self-closing). Use sparingly — CSS margin is better.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3172968"/>
            <a:ext cx="822960" cy="23774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46320" y="3172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42432" y="319125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Horizontal rule — a divider line across the page.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3566160"/>
            <a:ext cx="40233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937760" y="36393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</a:rPr>
              <a:t>Lists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800600" y="3977640"/>
            <a:ext cx="1828800" cy="9144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800600" y="3977640"/>
            <a:ext cx="182880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937760" y="4059936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102352" y="405993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266944" y="4059936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965192" y="4297680"/>
            <a:ext cx="1572768" cy="20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965192" y="4493623"/>
            <a:ext cx="1572768" cy="16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&lt;li&gt;HTML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928616" y="4693485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720840" y="3977640"/>
            <a:ext cx="1920240" cy="9144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6720840" y="3977640"/>
            <a:ext cx="192024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6858000" y="4059936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022592" y="405993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7187184" y="4059936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885432" y="429768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885432" y="447141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&lt;li&gt;Step 1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464058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914400" cy="2926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TOPIC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Links &amp; Images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Make pages clickable and visual — the two most-used HTML elements after headings.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420624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987552"/>
            <a:ext cx="420624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0789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</a:rPr>
              <a:t>Links  — &lt;a&gt; tag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D1D9"/>
                </a:solidFill>
              </a:rPr>
              <a:t>External link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3840480" cy="310896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" y="17830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href="https://google.com"&gt;Visit&lt;/a&gt;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1762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D1D9"/>
                </a:solidFill>
              </a:rPr>
              <a:t>New tab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450592"/>
            <a:ext cx="3840480" cy="310896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8368" y="245059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href="url" target="_blank"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rel="noopener"&gt;Link&lt;/a&gt;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84378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D1D9"/>
                </a:solidFill>
              </a:rPr>
              <a:t>Same-page jump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118104"/>
            <a:ext cx="3840480" cy="310896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8368" y="311810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href="#contact"&gt;Go to contact&lt;/a&gt;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51129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D1D9"/>
                </a:solidFill>
              </a:rPr>
              <a:t>Email link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3840480" cy="310896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8368" y="37856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href="mailto:hi@me.com"&gt;Email&lt;/a&gt;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17880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D1D9"/>
                </a:solidFill>
              </a:rPr>
              <a:t>Clickable image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453128"/>
            <a:ext cx="3840480" cy="310896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1" y="445312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</a:t>
            </a:r>
            <a:r>
              <a:rPr lang="en-US" sz="900" dirty="0" err="1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9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="/"&gt; &lt;img src="logo.png"/&gt;</a:t>
            </a:r>
            <a:r>
              <a:rPr lang="en-US" sz="900" dirty="0"/>
              <a:t> </a:t>
            </a:r>
            <a:r>
              <a:rPr lang="en-US" sz="9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987552"/>
            <a:ext cx="402336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987552"/>
            <a:ext cx="402336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37760" y="10789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</a:rPr>
              <a:t>Images  — &lt;img&gt; tag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0600" y="1508760"/>
            <a:ext cx="3931920" cy="14173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9" name="Shape 27"/>
          <p:cNvSpPr/>
          <p:nvPr/>
        </p:nvSpPr>
        <p:spPr>
          <a:xfrm>
            <a:off x="4800600" y="1508760"/>
            <a:ext cx="393192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937760" y="1591056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102352" y="159105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266944" y="1591056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65192" y="182880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65192" y="212140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src="photo.jpg"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65192" y="2414016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alt="My photo"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65192" y="2706624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width="300" /&gt;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21501" y="3122676"/>
            <a:ext cx="548640" cy="274320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9" name="Text 37"/>
          <p:cNvSpPr/>
          <p:nvPr/>
        </p:nvSpPr>
        <p:spPr>
          <a:xfrm>
            <a:off x="4846320" y="3090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311810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Path to the image — local file or full URL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3593592"/>
            <a:ext cx="548640" cy="274320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46320" y="3593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0" y="36210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REQUIRED — describes image for screen readers &amp; if image fails to load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46320" y="4096512"/>
            <a:ext cx="548640" cy="274320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46320" y="4096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0" y="412394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Display width in pixels. Height scales automatically.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4626864"/>
            <a:ext cx="3931920" cy="274320"/>
          </a:xfrm>
          <a:prstGeom prst="rect">
            <a:avLst/>
          </a:prstGeom>
          <a:solidFill>
            <a:srgbClr val="E3B341">
              <a:alpha val="12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892040" y="4626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Relative: images/photo.jpg  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Absolute: https://site.com/img.jpg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188720" cy="2926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D1117"/>
                </a:solidFill>
              </a:rPr>
              <a:t>LIVE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737360" y="137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It Together — Live Demo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Type every line. Don't copy-paste. Muscle memory is how you learn.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4663440" cy="37033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987552"/>
            <a:ext cx="466344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698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7512" y="10698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32104" y="10698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0352" y="1307592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160020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189280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218541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charset="UTF-8"/&gt;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247802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name="viewport“ content="width=device-width,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2770632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" y="275234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initial-scale=1.0"/&gt;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298617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&lt;title&gt;About Me&lt;/title&gt;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6636" y="31958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" y="3451861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8076" y="3645843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&lt;h1&gt;Hi, I am Rahul!&lt;/h1&gt;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385093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src="me.jpg" alt="Rahul"/&gt;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406516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&lt;h2&gt;About Me&lt;/h2&gt;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7784" y="435515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&lt;p&gt;I am learning &lt;strong&gt;web development&lt;/strong&gt; in 30 days. &lt;/p&gt;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" y="540410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0352" y="5696712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66360" y="987552"/>
            <a:ext cx="3657600" cy="37033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166360" y="987552"/>
            <a:ext cx="365760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303520" y="10698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468112" y="10698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632704" y="10698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330952" y="130759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&lt;h2&gt;My Hobbies&lt;/h2&gt;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30952" y="1600200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&lt;ul&gt;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04826" y="1802022"/>
            <a:ext cx="3401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&lt;li&gt;Coding&lt;/li&gt;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04826" y="2022132"/>
            <a:ext cx="3401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&lt;li&gt;Reading&lt;/li&gt;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94376" y="2249424"/>
            <a:ext cx="3401568" cy="185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&lt;li&gt;Gaming&lt;/li&gt;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03520" y="2467574"/>
            <a:ext cx="3401568" cy="22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&lt;/ul&gt;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85232" y="2689643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&lt;h2&gt;Contact&lt;/h2&gt;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94376" y="295285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href="mailto: hi@rahul.com"&gt;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30952" y="364845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30952" y="320301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me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04826" y="346100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&lt;/a&gt;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30952" y="3786269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257800" y="407365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4863302"/>
            <a:ext cx="8458200" cy="242968"/>
          </a:xfrm>
          <a:prstGeom prst="rect">
            <a:avLst/>
          </a:prstGeom>
          <a:solidFill>
            <a:srgbClr val="E3B341">
              <a:alpha val="12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7" name="Text 45"/>
          <p:cNvSpPr/>
          <p:nvPr/>
        </p:nvSpPr>
        <p:spPr>
          <a:xfrm>
            <a:off x="438912" y="4866567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3B341"/>
                </a:solidFill>
              </a:rPr>
              <a:t>TIP: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77240" y="4852851"/>
            <a:ext cx="4507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Use Ctrl+S to save → Live Server reloads instantly. This is your feedback loop — save often!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18872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DAY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737360" y="137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 Info Page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Build your first real webpage. This goes straight into your portfolio!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512064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987552"/>
            <a:ext cx="51206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07899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Build Checklist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591056"/>
            <a:ext cx="25603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Add DOCTYPE and complete HTML boilerplate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25603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0120" y="199339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Set a descriptive &lt;title&gt; in the &lt;head&gt;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432304"/>
            <a:ext cx="25603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60120" y="241401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Add an &lt;h1&gt; with your name as the page title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25603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0120" y="28346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Add a profile &lt;img&gt; with a proper alt attribute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73552"/>
            <a:ext cx="25603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60120" y="325526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Write an &lt;h2&gt; About Me with a &lt;p&gt; paragraph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94176"/>
            <a:ext cx="25603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60120" y="367588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Create a &lt;ul&gt; list with 3 hobbies using &lt;li&gt;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25603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60120" y="409651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Add &lt;a&gt; links to GitHub, LinkedIn or any site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535424"/>
            <a:ext cx="25603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60120" y="451713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Use at least one &lt;strong&gt; or &lt;em&gt; in your text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987552"/>
            <a:ext cx="3200400" cy="39776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669280" y="987552"/>
            <a:ext cx="320040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760720" y="100584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 Me | My First Page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89320" y="1417320"/>
            <a:ext cx="868680" cy="8686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89320" y="14173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IMG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1463040"/>
            <a:ext cx="1737360" cy="2011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949440" y="14630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</a:rPr>
              <a:t>h1: Your Name Here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49440" y="1737360"/>
            <a:ext cx="1737360" cy="14630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949440" y="1737360"/>
            <a:ext cx="1737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subtitle text line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806440" y="239572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About Me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06440" y="263347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Paragraph text about yourself...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06440" y="287121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Paragraph continues here...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806440" y="310896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06440" y="334670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Hobbies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06440" y="35844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Coding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06440" y="382219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Reading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06440" y="405993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Gaming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06440" y="429768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06440" y="432968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Contact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06440" y="461543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me link here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371600" cy="29260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WATCH OUT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Beginner Mistakes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Learn from these now — you will make them anyway, but at least you know why!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379476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50292" cy="80467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0698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7B72"/>
                </a:solidFill>
              </a:rPr>
              <a:t>WRONG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29844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&lt;p&gt;Hello &lt;b&gt;World&lt;/p&gt;&lt;/b&gt;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024128"/>
            <a:ext cx="379476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297680" y="1024128"/>
            <a:ext cx="50292" cy="8046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434840" y="10698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FB950"/>
                </a:solidFill>
              </a:rPr>
              <a:t>CORRECT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34840" y="129844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&lt;p&gt;Hello &lt;b&gt;World&lt;/b&gt;&lt;/p&gt;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32204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D1D9"/>
                </a:solidFill>
              </a:rPr>
              <a:t>Wrong nesting order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93392"/>
            <a:ext cx="379476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1993392"/>
            <a:ext cx="50292" cy="80467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203911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7B72"/>
                </a:solidFill>
              </a:rPr>
              <a:t>WRONG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2267712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src=photo.jpg&gt;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1993392"/>
            <a:ext cx="379476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297680" y="1993392"/>
            <a:ext cx="50292" cy="8046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434840" y="20391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FB950"/>
                </a:solidFill>
              </a:rPr>
              <a:t>CORRECT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34840" y="2267712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src="photo.jpg"/&gt;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2594283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D1D9"/>
                </a:solidFill>
              </a:rPr>
              <a:t>Missing quotes on attrs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962656"/>
            <a:ext cx="379476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2962656"/>
            <a:ext cx="50292" cy="80467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300837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7B72"/>
                </a:solidFill>
              </a:rPr>
              <a:t>WRONG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3236976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&lt;H1&gt;Title&lt;/H1&gt;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97680" y="2962656"/>
            <a:ext cx="379476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297680" y="2962656"/>
            <a:ext cx="50292" cy="8046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434840" y="300837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FB950"/>
                </a:solidFill>
              </a:rPr>
              <a:t>CORRECT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34840" y="3236976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&lt;h1&gt;Title&lt;/h1&gt;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0906" y="3557016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D1D9"/>
                </a:solidFill>
              </a:rPr>
              <a:t>Uppercase tags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931920"/>
            <a:ext cx="379476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65760" y="3931920"/>
            <a:ext cx="50292" cy="80467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02920" y="39776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7B72"/>
                </a:solidFill>
              </a:rPr>
              <a:t>WRONG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4206240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&lt;br&gt;&lt;/br&gt;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97680" y="3931920"/>
            <a:ext cx="379476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297680" y="3931920"/>
            <a:ext cx="50292" cy="8046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434840" y="39776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FB950"/>
                </a:solidFill>
              </a:rPr>
              <a:t>CORRECT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34840" y="4206240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 or &lt;br/&gt;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0906" y="4538037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D1D9"/>
                </a:solidFill>
              </a:rPr>
              <a:t>Self-closing tag error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229600" y="1024128"/>
            <a:ext cx="54864" cy="38404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What you should now know after Day 1.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54864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50292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243584"/>
            <a:ext cx="457200" cy="310896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207008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HTML is the structure of every webpage — not design, not behaviour. Just structure.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19656"/>
            <a:ext cx="54864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819656"/>
            <a:ext cx="50292" cy="5669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02920" y="1947672"/>
            <a:ext cx="457200" cy="310896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19476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1911096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Every HTML file starts with &lt;!DOCTYPE html&gt; and uses html, head, body.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54864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523744"/>
            <a:ext cx="50292" cy="5669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457200" cy="310896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265176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615184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Tags have opening and closing forms. Attributes go inside the opening tag.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27832"/>
            <a:ext cx="54864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3227832"/>
            <a:ext cx="50292" cy="56692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02920" y="3355848"/>
            <a:ext cx="457200" cy="310896"/>
          </a:xfrm>
          <a:prstGeom prst="rect">
            <a:avLst/>
          </a:prstGeom>
          <a:solidFill>
            <a:srgbClr val="BC8CFF">
              <a:alpha val="20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335584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33192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h1–h6 create headings. &lt;p&gt; creates paragraphs. &lt;ul&gt;/&lt;ol&gt; create lists.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54864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50292" cy="56692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02920" y="4059936"/>
            <a:ext cx="457200" cy="310896"/>
          </a:xfrm>
          <a:prstGeom prst="rect">
            <a:avLst/>
          </a:prstGeom>
          <a:solidFill>
            <a:srgbClr val="E3B341">
              <a:alpha val="20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2920" y="405993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4023360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&lt;a href='...'&gt;link&lt;/a&gt; creates links. &lt;img src='...' alt='...'&gt; embeds images.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1115568"/>
            <a:ext cx="27432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080760" y="1115568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63640" y="1188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Homework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63640" y="15727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</a:rPr>
              <a:t>Do these before Day 2: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1975104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63640" y="19751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83680" y="1956816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Rebuild the project from scratch (no peeking!)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2542032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263640" y="25420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83680" y="2523744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Change it to YOUR real name, photo &amp; info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63640" y="310896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263640" y="31089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83680" y="309067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Add a second section: Skills or Education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63640" y="3675888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263640" y="36758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83680" y="365760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Validate it at validator.w3.org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63640" y="4242816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263640" y="42428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83680" y="42245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Share a screenshot in the comments!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F97316">
              <a:alpha val="7000"/>
            </a:srgbClr>
          </a:solidFill>
          <a:ln w="12700">
            <a:solidFill>
              <a:srgbClr val="F97316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58A6FF">
              <a:alpha val="9000"/>
            </a:srgbClr>
          </a:solidFill>
          <a:ln w="12700">
            <a:solidFill>
              <a:srgbClr val="58A6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017520" y="365760"/>
            <a:ext cx="3108960" cy="402336"/>
          </a:xfrm>
          <a:prstGeom prst="rect">
            <a:avLst/>
          </a:prstGeom>
          <a:solidFill>
            <a:srgbClr val="3FB950">
              <a:alpha val="18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017520" y="36576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3FB950"/>
                </a:solidFill>
              </a:rPr>
              <a:t>DAY 1 COMPLETE!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Great Job Today.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D1D9"/>
                </a:solidFill>
              </a:rPr>
              <a:t>You wrote your first HTML from scratch.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2304288"/>
            <a:ext cx="6400800" cy="14630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371600" y="2304288"/>
            <a:ext cx="213360" cy="146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71600" y="248716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Day 1 / 30 completed  (3.3%)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852928"/>
            <a:ext cx="73152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14400" y="2852928"/>
            <a:ext cx="73152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97280" y="29443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Coming up on Day 2: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 Forms &amp; Tables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7124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input, select, textarea, form, table, tr, td — build a real contact form from scratch!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4462272"/>
            <a:ext cx="21945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97280" y="44805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</a:rPr>
              <a:t>Subscribe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7365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&amp; hit the bell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4462272"/>
            <a:ext cx="21945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74720" y="44805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</a:rPr>
              <a:t>Comment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47365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'Day 1 Done!'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4462272"/>
            <a:ext cx="21945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852160" y="44805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</a:rPr>
              <a:t>Share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52160" y="47365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with a friend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1874</Words>
  <Application>Microsoft Office PowerPoint</Application>
  <PresentationFormat>On-screen Show (16:9)</PresentationFormat>
  <Paragraphs>310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1 - Web Fundamentals &amp; HTML Basics</dc:title>
  <dc:subject>PptxGenJS Presentation</dc:subject>
  <dc:creator>PptxGenJS</dc:creator>
  <cp:lastModifiedBy>Ajay Solanki</cp:lastModifiedBy>
  <cp:revision>6</cp:revision>
  <dcterms:created xsi:type="dcterms:W3CDTF">2026-04-13T04:11:39Z</dcterms:created>
  <dcterms:modified xsi:type="dcterms:W3CDTF">2026-04-22T18:54:59Z</dcterms:modified>
</cp:coreProperties>
</file>